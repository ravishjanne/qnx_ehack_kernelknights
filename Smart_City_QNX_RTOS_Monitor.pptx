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notesMasterIdLst>
    <p:notesMasterId r:id="rId13"/>
  </p:notesMasterIdLst>
  <p:handoutMasterIdLst>
    <p:handoutMasterId r:id="rId14"/>
  </p:handoutMasterIdLst>
  <p:sldIdLst>
    <p:sldId id="2147482664" r:id="rId6"/>
    <p:sldId id="2147482657" r:id="rId7"/>
    <p:sldId id="2147482658" r:id="rId8"/>
    <p:sldId id="2147482659" r:id="rId9"/>
    <p:sldId id="2147482660" r:id="rId10"/>
    <p:sldId id="2147482662" r:id="rId11"/>
    <p:sldId id="2147482663" r:id="rId12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Arial" panose="020B0604020202020204" pitchFamily="34" charset="0"/>
      <a:buNone/>
      <a:defRPr sz="1400" b="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20000"/>
      </a:lnSpc>
      <a:spcBef>
        <a:spcPts val="1500"/>
      </a:spcBef>
      <a:spcAft>
        <a:spcPts val="200"/>
      </a:spcAft>
      <a:buFont typeface="Arial" panose="020B0604020202020204" pitchFamily="34" charset="0"/>
      <a:buNone/>
      <a:defRPr sz="1800" kern="1200">
        <a:solidFill>
          <a:schemeClr val="tx1"/>
        </a:solidFill>
        <a:latin typeface="+mj-lt"/>
        <a:ea typeface="+mn-ea"/>
        <a:cs typeface="+mn-cs"/>
      </a:defRPr>
    </a:lvl2pPr>
    <a:lvl3pPr marL="18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54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Symbol" panose="05050102010706020507" pitchFamily="18" charset="2"/>
      <a:buNone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20000"/>
      </a:lnSpc>
      <a:spcBef>
        <a:spcPts val="1200"/>
      </a:spcBef>
      <a:spcAft>
        <a:spcPts val="200"/>
      </a:spcAft>
      <a:buClr>
        <a:schemeClr val="bg2"/>
      </a:buClr>
      <a:buFont typeface="Wingdings" panose="05000000000000000000" pitchFamily="2" charset="2"/>
      <a:buNone/>
      <a:defRPr sz="1400" kern="1200">
        <a:solidFill>
          <a:schemeClr val="tx1"/>
        </a:solidFill>
        <a:latin typeface="+mj-lt"/>
        <a:ea typeface="+mn-ea"/>
        <a:cs typeface="+mn-cs"/>
      </a:defRPr>
    </a:lvl7pPr>
    <a:lvl8pPr marL="108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16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ckathon Presentation" id="{E45C5319-8C0D-42C0-AD16-035793377066}">
          <p14:sldIdLst>
            <p14:sldId id="2147482664"/>
            <p14:sldId id="2147482657"/>
            <p14:sldId id="2147482658"/>
            <p14:sldId id="2147482659"/>
            <p14:sldId id="2147482660"/>
            <p14:sldId id="2147482662"/>
            <p14:sldId id="21474826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D96922-798A-44D0-980A-AE997520E05D}" v="2" dt="2026-10-10T02:14:18.257"/>
  </p1510:revLst>
</p1510:revInfo>
</file>

<file path=ppt/tableStyles.xml><?xml version="1.0" encoding="utf-8"?>
<a:tblStyleLst xmlns:a="http://schemas.openxmlformats.org/drawingml/2006/main" def="{C6334807-E537-4099-9411-48B81318F7D4}">
  <a:tblStyle styleId="{C6334807-E537-4099-9411-48B81318F7D4}" styleName="QNX Table - Light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rgbClr val="C0C0BB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chemeClr val="dk2"/>
          </a:solidFill>
        </a:fill>
      </a:tcStyle>
    </a:band1H>
    <a:band2H>
      <a:tcStyle>
        <a:tcBdr/>
        <a:fill>
          <a:noFill/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chemeClr val="dk2"/>
          </a:solidFill>
        </a:fill>
      </a:tcStyle>
    </a:band1V>
    <a:band2V>
      <a:tcStyle>
        <a:tcBdr/>
      </a:tcStyle>
    </a:band2V>
    <a:firstCol>
      <a:tcTxStyle/>
      <a:tcStyle>
        <a:tcBdr/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</a:tcStyle>
    </a:lastRow>
    <a:firstRow>
      <a:tcTxStyle>
        <a:fontRef idx="major">
          <a:prstClr val="black"/>
        </a:fontRef>
        <a:schemeClr val="dk1"/>
      </a:tcTxStyle>
      <a:tcStyle>
        <a:tcBdr>
          <a:bottom>
            <a:ln w="12700" cmpd="sng">
              <a:solidFill>
                <a:schemeClr val="dk1"/>
              </a:solidFill>
            </a:ln>
          </a:bottom>
        </a:tcBdr>
      </a:tcStyle>
    </a:firstRow>
  </a:tblStyle>
  <a:tblStyle styleId="{963D177F-057A-4F7D-8082-B162180BF664}" styleName="QNX Table - Dark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rgbClr val="C0C0BB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rgbClr val="2F2F2D"/>
          </a:solidFill>
        </a:fill>
      </a:tcStyle>
    </a:band1H>
    <a:band2H>
      <a:tcStyle>
        <a:tcBdr/>
        <a:fill>
          <a:noFill/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rgbClr val="2F2F2D"/>
          </a:solidFill>
        </a:fill>
      </a:tcStyle>
    </a:band1V>
    <a:band2V>
      <a:tcStyle>
        <a:tcBdr/>
      </a:tcStyle>
    </a:band2V>
    <a:firstCol>
      <a:tcTxStyle/>
      <a:tcStyle>
        <a:tcBdr/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</a:tcStyle>
    </a:lastRow>
    <a:firstRow>
      <a:tcTxStyle>
        <a:fontRef idx="major">
          <a:prstClr val="black"/>
        </a:fontRef>
        <a:schemeClr val="dk1"/>
      </a:tcTxStyle>
      <a:tcStyle>
        <a:tcBdr>
          <a:bottom>
            <a:ln w="12700" cmpd="sng">
              <a:solidFill>
                <a:schemeClr val="dk1"/>
              </a:solidFill>
            </a:ln>
          </a:bottom>
        </a:tcBdr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sh Janne" userId="c46fa5973def0914" providerId="LiveId" clId="{BF92309A-D65B-4F32-B304-5DD1BCF01624}"/>
    <pc:docChg chg="undo custSel modSld">
      <pc:chgData name="Ravish Janne" userId="c46fa5973def0914" providerId="LiveId" clId="{BF92309A-D65B-4F32-B304-5DD1BCF01624}" dt="2026-10-10T02:19:59.544" v="368" actId="207"/>
      <pc:docMkLst>
        <pc:docMk/>
      </pc:docMkLst>
      <pc:sldChg chg="addSp delSp modSp mod">
        <pc:chgData name="Ravish Janne" userId="c46fa5973def0914" providerId="LiveId" clId="{BF92309A-D65B-4F32-B304-5DD1BCF01624}" dt="2026-10-10T02:14:42.073" v="352" actId="21"/>
        <pc:sldMkLst>
          <pc:docMk/>
          <pc:sldMk cId="822339347" sldId="2147482657"/>
        </pc:sldMkLst>
        <pc:spChg chg="add del mod">
          <ac:chgData name="Ravish Janne" userId="c46fa5973def0914" providerId="LiveId" clId="{BF92309A-D65B-4F32-B304-5DD1BCF01624}" dt="2026-10-09T17:41:59.559" v="247" actId="21"/>
          <ac:spMkLst>
            <pc:docMk/>
            <pc:sldMk cId="822339347" sldId="2147482657"/>
            <ac:spMk id="3" creationId="{D73ACE71-A782-3733-E0A4-26F9254F21F6}"/>
          </ac:spMkLst>
        </pc:spChg>
        <pc:spChg chg="del mod">
          <ac:chgData name="Ravish Janne" userId="c46fa5973def0914" providerId="LiveId" clId="{BF92309A-D65B-4F32-B304-5DD1BCF01624}" dt="2026-10-09T17:41:54.991" v="246" actId="21"/>
          <ac:spMkLst>
            <pc:docMk/>
            <pc:sldMk cId="822339347" sldId="2147482657"/>
            <ac:spMk id="5" creationId="{EB8386DE-B0CA-B430-4763-073FB287DC0C}"/>
          </ac:spMkLst>
        </pc:spChg>
        <pc:spChg chg="mod">
          <ac:chgData name="Ravish Janne" userId="c46fa5973def0914" providerId="LiveId" clId="{BF92309A-D65B-4F32-B304-5DD1BCF01624}" dt="2026-10-10T01:59:58.428" v="324" actId="207"/>
          <ac:spMkLst>
            <pc:docMk/>
            <pc:sldMk cId="822339347" sldId="2147482657"/>
            <ac:spMk id="6" creationId="{80B7DC52-5B75-60FD-0D60-8DABBD4EDFE0}"/>
          </ac:spMkLst>
        </pc:spChg>
        <pc:spChg chg="del mod">
          <ac:chgData name="Ravish Janne" userId="c46fa5973def0914" providerId="LiveId" clId="{BF92309A-D65B-4F32-B304-5DD1BCF01624}" dt="2026-10-10T02:14:42.073" v="352" actId="21"/>
          <ac:spMkLst>
            <pc:docMk/>
            <pc:sldMk cId="822339347" sldId="2147482657"/>
            <ac:spMk id="8" creationId="{771A3458-C0A6-8F18-DAE4-6F9BE2E4C856}"/>
          </ac:spMkLst>
        </pc:spChg>
        <pc:spChg chg="mod">
          <ac:chgData name="Ravish Janne" userId="c46fa5973def0914" providerId="LiveId" clId="{BF92309A-D65B-4F32-B304-5DD1BCF01624}" dt="2026-10-10T01:58:20.753" v="321" actId="207"/>
          <ac:spMkLst>
            <pc:docMk/>
            <pc:sldMk cId="822339347" sldId="2147482657"/>
            <ac:spMk id="101" creationId="{00000000-0000-0000-0000-000000000000}"/>
          </ac:spMkLst>
        </pc:spChg>
        <pc:spChg chg="mod">
          <ac:chgData name="Ravish Janne" userId="c46fa5973def0914" providerId="LiveId" clId="{BF92309A-D65B-4F32-B304-5DD1BCF01624}" dt="2026-10-10T01:58:38.011" v="322" actId="207"/>
          <ac:spMkLst>
            <pc:docMk/>
            <pc:sldMk cId="822339347" sldId="2147482657"/>
            <ac:spMk id="103" creationId="{00000000-0000-0000-0000-000000000000}"/>
          </ac:spMkLst>
        </pc:spChg>
        <pc:spChg chg="mod">
          <ac:chgData name="Ravish Janne" userId="c46fa5973def0914" providerId="LiveId" clId="{BF92309A-D65B-4F32-B304-5DD1BCF01624}" dt="2026-10-10T01:58:44.911" v="323" actId="207"/>
          <ac:spMkLst>
            <pc:docMk/>
            <pc:sldMk cId="822339347" sldId="2147482657"/>
            <ac:spMk id="105" creationId="{00000000-0000-0000-0000-000000000000}"/>
          </ac:spMkLst>
        </pc:spChg>
      </pc:sldChg>
      <pc:sldChg chg="addSp delSp modSp mod">
        <pc:chgData name="Ravish Janne" userId="c46fa5973def0914" providerId="LiveId" clId="{BF92309A-D65B-4F32-B304-5DD1BCF01624}" dt="2026-10-10T02:14:18.257" v="349" actId="767"/>
        <pc:sldMkLst>
          <pc:docMk/>
          <pc:sldMk cId="463571857" sldId="2147482658"/>
        </pc:sldMkLst>
        <pc:spChg chg="add mod">
          <ac:chgData name="Ravish Janne" userId="c46fa5973def0914" providerId="LiveId" clId="{BF92309A-D65B-4F32-B304-5DD1BCF01624}" dt="2026-10-10T02:14:01.876" v="348" actId="767"/>
          <ac:spMkLst>
            <pc:docMk/>
            <pc:sldMk cId="463571857" sldId="2147482658"/>
            <ac:spMk id="2" creationId="{8481F0E7-8875-FC28-0674-6114A74E5A02}"/>
          </ac:spMkLst>
        </pc:spChg>
        <pc:spChg chg="add del mod">
          <ac:chgData name="Ravish Janne" userId="c46fa5973def0914" providerId="LiveId" clId="{BF92309A-D65B-4F32-B304-5DD1BCF01624}" dt="2026-10-09T17:42:08.473" v="249" actId="21"/>
          <ac:spMkLst>
            <pc:docMk/>
            <pc:sldMk cId="463571857" sldId="2147482658"/>
            <ac:spMk id="3" creationId="{37815113-7854-5FFE-4CD7-53CEF7AF9250}"/>
          </ac:spMkLst>
        </pc:spChg>
        <pc:spChg chg="add mod">
          <ac:chgData name="Ravish Janne" userId="c46fa5973def0914" providerId="LiveId" clId="{BF92309A-D65B-4F32-B304-5DD1BCF01624}" dt="2026-10-10T02:14:18.257" v="349" actId="767"/>
          <ac:spMkLst>
            <pc:docMk/>
            <pc:sldMk cId="463571857" sldId="2147482658"/>
            <ac:spMk id="3" creationId="{D90BAE6C-889F-7719-EAF5-6D5C187C7D91}"/>
          </ac:spMkLst>
        </pc:spChg>
        <pc:spChg chg="del">
          <ac:chgData name="Ravish Janne" userId="c46fa5973def0914" providerId="LiveId" clId="{BF92309A-D65B-4F32-B304-5DD1BCF01624}" dt="2026-10-09T17:42:05.306" v="248" actId="21"/>
          <ac:spMkLst>
            <pc:docMk/>
            <pc:sldMk cId="463571857" sldId="2147482658"/>
            <ac:spMk id="5" creationId="{CCD74172-BF54-461F-90E4-43392F08414B}"/>
          </ac:spMkLst>
        </pc:spChg>
        <pc:spChg chg="mod">
          <ac:chgData name="Ravish Janne" userId="c46fa5973def0914" providerId="LiveId" clId="{BF92309A-D65B-4F32-B304-5DD1BCF01624}" dt="2026-10-10T02:00:53.140" v="325" actId="207"/>
          <ac:spMkLst>
            <pc:docMk/>
            <pc:sldMk cId="463571857" sldId="2147482658"/>
            <ac:spMk id="6" creationId="{E73336FB-256D-F8C5-EAC3-6EE92DC72FC2}"/>
          </ac:spMkLst>
        </pc:spChg>
        <pc:spChg chg="del mod">
          <ac:chgData name="Ravish Janne" userId="c46fa5973def0914" providerId="LiveId" clId="{BF92309A-D65B-4F32-B304-5DD1BCF01624}" dt="2026-10-10T02:13:58.036" v="347" actId="21"/>
          <ac:spMkLst>
            <pc:docMk/>
            <pc:sldMk cId="463571857" sldId="2147482658"/>
            <ac:spMk id="8" creationId="{3D102912-9A6C-96DE-7A6D-462EA1632051}"/>
          </ac:spMkLst>
        </pc:spChg>
        <pc:spChg chg="mod">
          <ac:chgData name="Ravish Janne" userId="c46fa5973def0914" providerId="LiveId" clId="{BF92309A-D65B-4F32-B304-5DD1BCF01624}" dt="2026-10-10T02:12:09.226" v="342" actId="207"/>
          <ac:spMkLst>
            <pc:docMk/>
            <pc:sldMk cId="463571857" sldId="2147482658"/>
            <ac:spMk id="111" creationId="{00000000-0000-0000-0000-000000000000}"/>
          </ac:spMkLst>
        </pc:spChg>
        <pc:spChg chg="mod">
          <ac:chgData name="Ravish Janne" userId="c46fa5973def0914" providerId="LiveId" clId="{BF92309A-D65B-4F32-B304-5DD1BCF01624}" dt="2026-10-10T02:12:18.140" v="343" actId="207"/>
          <ac:spMkLst>
            <pc:docMk/>
            <pc:sldMk cId="463571857" sldId="2147482658"/>
            <ac:spMk id="112" creationId="{00000000-0000-0000-0000-000000000000}"/>
          </ac:spMkLst>
        </pc:spChg>
        <pc:spChg chg="mod">
          <ac:chgData name="Ravish Janne" userId="c46fa5973def0914" providerId="LiveId" clId="{BF92309A-D65B-4F32-B304-5DD1BCF01624}" dt="2026-10-10T01:46:54.107" v="314" actId="207"/>
          <ac:spMkLst>
            <pc:docMk/>
            <pc:sldMk cId="463571857" sldId="2147482658"/>
            <ac:spMk id="113" creationId="{00000000-0000-0000-0000-000000000000}"/>
          </ac:spMkLst>
        </pc:spChg>
        <pc:spChg chg="mod">
          <ac:chgData name="Ravish Janne" userId="c46fa5973def0914" providerId="LiveId" clId="{BF92309A-D65B-4F32-B304-5DD1BCF01624}" dt="2026-10-10T02:12:28.710" v="344" actId="207"/>
          <ac:spMkLst>
            <pc:docMk/>
            <pc:sldMk cId="463571857" sldId="2147482658"/>
            <ac:spMk id="114" creationId="{00000000-0000-0000-0000-000000000000}"/>
          </ac:spMkLst>
        </pc:spChg>
        <pc:spChg chg="mod">
          <ac:chgData name="Ravish Janne" userId="c46fa5973def0914" providerId="LiveId" clId="{BF92309A-D65B-4F32-B304-5DD1BCF01624}" dt="2026-10-10T01:48:03.655" v="316" actId="207"/>
          <ac:spMkLst>
            <pc:docMk/>
            <pc:sldMk cId="463571857" sldId="2147482658"/>
            <ac:spMk id="121" creationId="{00000000-0000-0000-0000-000000000000}"/>
          </ac:spMkLst>
        </pc:spChg>
        <pc:spChg chg="mod">
          <ac:chgData name="Ravish Janne" userId="c46fa5973def0914" providerId="LiveId" clId="{BF92309A-D65B-4F32-B304-5DD1BCF01624}" dt="2026-10-09T17:37:43.915" v="237" actId="20577"/>
          <ac:spMkLst>
            <pc:docMk/>
            <pc:sldMk cId="463571857" sldId="2147482658"/>
            <ac:spMk id="124" creationId="{00000000-0000-0000-0000-000000000000}"/>
          </ac:spMkLst>
        </pc:spChg>
        <pc:spChg chg="mod">
          <ac:chgData name="Ravish Janne" userId="c46fa5973def0914" providerId="LiveId" clId="{BF92309A-D65B-4F32-B304-5DD1BCF01624}" dt="2026-10-09T17:37:01.085" v="150" actId="1076"/>
          <ac:spMkLst>
            <pc:docMk/>
            <pc:sldMk cId="463571857" sldId="2147482658"/>
            <ac:spMk id="125" creationId="{00000000-0000-0000-0000-000000000000}"/>
          </ac:spMkLst>
        </pc:spChg>
        <pc:spChg chg="mod">
          <ac:chgData name="Ravish Janne" userId="c46fa5973def0914" providerId="LiveId" clId="{BF92309A-D65B-4F32-B304-5DD1BCF01624}" dt="2026-10-09T17:37:17.916" v="153" actId="14100"/>
          <ac:spMkLst>
            <pc:docMk/>
            <pc:sldMk cId="463571857" sldId="2147482658"/>
            <ac:spMk id="126" creationId="{00000000-0000-0000-0000-000000000000}"/>
          </ac:spMkLst>
        </pc:spChg>
        <pc:spChg chg="mod">
          <ac:chgData name="Ravish Janne" userId="c46fa5973def0914" providerId="LiveId" clId="{BF92309A-D65B-4F32-B304-5DD1BCF01624}" dt="2026-10-09T17:37:25.816" v="155" actId="14100"/>
          <ac:spMkLst>
            <pc:docMk/>
            <pc:sldMk cId="463571857" sldId="2147482658"/>
            <ac:spMk id="127" creationId="{00000000-0000-0000-0000-000000000000}"/>
          </ac:spMkLst>
        </pc:spChg>
      </pc:sldChg>
      <pc:sldChg chg="addSp delSp modSp mod">
        <pc:chgData name="Ravish Janne" userId="c46fa5973def0914" providerId="LiveId" clId="{BF92309A-D65B-4F32-B304-5DD1BCF01624}" dt="2026-10-10T02:15:05.847" v="354" actId="21"/>
        <pc:sldMkLst>
          <pc:docMk/>
          <pc:sldMk cId="3731999513" sldId="2147482659"/>
        </pc:sldMkLst>
        <pc:spChg chg="add del mod">
          <ac:chgData name="Ravish Janne" userId="c46fa5973def0914" providerId="LiveId" clId="{BF92309A-D65B-4F32-B304-5DD1BCF01624}" dt="2026-10-09T17:41:44.340" v="245" actId="21"/>
          <ac:spMkLst>
            <pc:docMk/>
            <pc:sldMk cId="3731999513" sldId="2147482659"/>
            <ac:spMk id="3" creationId="{48B67A58-28F1-F098-CA01-39002C4C68C5}"/>
          </ac:spMkLst>
        </pc:spChg>
        <pc:spChg chg="del">
          <ac:chgData name="Ravish Janne" userId="c46fa5973def0914" providerId="LiveId" clId="{BF92309A-D65B-4F32-B304-5DD1BCF01624}" dt="2026-10-09T17:41:15.190" v="244" actId="21"/>
          <ac:spMkLst>
            <pc:docMk/>
            <pc:sldMk cId="3731999513" sldId="2147482659"/>
            <ac:spMk id="5" creationId="{D11A2076-B9BD-803B-BC85-ADE20F5E2798}"/>
          </ac:spMkLst>
        </pc:spChg>
        <pc:spChg chg="mod">
          <ac:chgData name="Ravish Janne" userId="c46fa5973def0914" providerId="LiveId" clId="{BF92309A-D65B-4F32-B304-5DD1BCF01624}" dt="2026-10-10T02:01:42.416" v="337" actId="20577"/>
          <ac:spMkLst>
            <pc:docMk/>
            <pc:sldMk cId="3731999513" sldId="2147482659"/>
            <ac:spMk id="6" creationId="{C28CED4A-5028-4DD0-838E-BA873F9BA2A4}"/>
          </ac:spMkLst>
        </pc:spChg>
        <pc:spChg chg="del mod">
          <ac:chgData name="Ravish Janne" userId="c46fa5973def0914" providerId="LiveId" clId="{BF92309A-D65B-4F32-B304-5DD1BCF01624}" dt="2026-10-10T02:15:05.847" v="354" actId="21"/>
          <ac:spMkLst>
            <pc:docMk/>
            <pc:sldMk cId="3731999513" sldId="2147482659"/>
            <ac:spMk id="8" creationId="{C45495C2-BA14-D41C-C129-50A77EBE8D04}"/>
          </ac:spMkLst>
        </pc:spChg>
      </pc:sldChg>
      <pc:sldChg chg="addSp delSp modSp mod">
        <pc:chgData name="Ravish Janne" userId="c46fa5973def0914" providerId="LiveId" clId="{BF92309A-D65B-4F32-B304-5DD1BCF01624}" dt="2026-10-10T02:17:06.546" v="361" actId="207"/>
        <pc:sldMkLst>
          <pc:docMk/>
          <pc:sldMk cId="547057211" sldId="2147482660"/>
        </pc:sldMkLst>
        <pc:spChg chg="add del mod">
          <ac:chgData name="Ravish Janne" userId="c46fa5973def0914" providerId="LiveId" clId="{BF92309A-D65B-4F32-B304-5DD1BCF01624}" dt="2026-10-09T17:52:02.803" v="306" actId="21"/>
          <ac:spMkLst>
            <pc:docMk/>
            <pc:sldMk cId="547057211" sldId="2147482660"/>
            <ac:spMk id="3" creationId="{58908D11-5E56-3F6C-8B5A-FE0639F6F416}"/>
          </ac:spMkLst>
        </pc:spChg>
        <pc:spChg chg="del">
          <ac:chgData name="Ravish Janne" userId="c46fa5973def0914" providerId="LiveId" clId="{BF92309A-D65B-4F32-B304-5DD1BCF01624}" dt="2026-10-09T17:51:59.622" v="305" actId="21"/>
          <ac:spMkLst>
            <pc:docMk/>
            <pc:sldMk cId="547057211" sldId="2147482660"/>
            <ac:spMk id="5" creationId="{BA62FEF8-2D04-DA96-487E-8CB2CEF0D171}"/>
          </ac:spMkLst>
        </pc:spChg>
        <pc:spChg chg="mod">
          <ac:chgData name="Ravish Janne" userId="c46fa5973def0914" providerId="LiveId" clId="{BF92309A-D65B-4F32-B304-5DD1BCF01624}" dt="2026-10-10T02:02:14.512" v="338" actId="207"/>
          <ac:spMkLst>
            <pc:docMk/>
            <pc:sldMk cId="547057211" sldId="2147482660"/>
            <ac:spMk id="6" creationId="{BA08878D-F475-89A8-C865-0D7A44D2C273}"/>
          </ac:spMkLst>
        </pc:spChg>
        <pc:spChg chg="del mod">
          <ac:chgData name="Ravish Janne" userId="c46fa5973def0914" providerId="LiveId" clId="{BF92309A-D65B-4F32-B304-5DD1BCF01624}" dt="2026-10-10T02:15:22.836" v="356" actId="21"/>
          <ac:spMkLst>
            <pc:docMk/>
            <pc:sldMk cId="547057211" sldId="2147482660"/>
            <ac:spMk id="8" creationId="{58A84091-A99D-82C0-0886-0B8A6DF0D3E8}"/>
          </ac:spMkLst>
        </pc:spChg>
        <pc:spChg chg="mod">
          <ac:chgData name="Ravish Janne" userId="c46fa5973def0914" providerId="LiveId" clId="{BF92309A-D65B-4F32-B304-5DD1BCF01624}" dt="2026-10-10T02:16:33.356" v="357" actId="207"/>
          <ac:spMkLst>
            <pc:docMk/>
            <pc:sldMk cId="547057211" sldId="2147482660"/>
            <ac:spMk id="140" creationId="{00000000-0000-0000-0000-000000000000}"/>
          </ac:spMkLst>
        </pc:spChg>
        <pc:spChg chg="mod">
          <ac:chgData name="Ravish Janne" userId="c46fa5973def0914" providerId="LiveId" clId="{BF92309A-D65B-4F32-B304-5DD1BCF01624}" dt="2026-10-10T02:16:45.298" v="358" actId="207"/>
          <ac:spMkLst>
            <pc:docMk/>
            <pc:sldMk cId="547057211" sldId="2147482660"/>
            <ac:spMk id="141" creationId="{00000000-0000-0000-0000-000000000000}"/>
          </ac:spMkLst>
        </pc:spChg>
        <pc:spChg chg="mod">
          <ac:chgData name="Ravish Janne" userId="c46fa5973def0914" providerId="LiveId" clId="{BF92309A-D65B-4F32-B304-5DD1BCF01624}" dt="2026-10-10T02:17:06.546" v="361" actId="207"/>
          <ac:spMkLst>
            <pc:docMk/>
            <pc:sldMk cId="547057211" sldId="2147482660"/>
            <ac:spMk id="142" creationId="{00000000-0000-0000-0000-000000000000}"/>
          </ac:spMkLst>
        </pc:spChg>
      </pc:sldChg>
      <pc:sldChg chg="addSp delSp modSp mod">
        <pc:chgData name="Ravish Janne" userId="c46fa5973def0914" providerId="LiveId" clId="{BF92309A-D65B-4F32-B304-5DD1BCF01624}" dt="2026-10-10T02:17:40.666" v="365" actId="21"/>
        <pc:sldMkLst>
          <pc:docMk/>
          <pc:sldMk cId="4182064120" sldId="2147482662"/>
        </pc:sldMkLst>
        <pc:spChg chg="del">
          <ac:chgData name="Ravish Janne" userId="c46fa5973def0914" providerId="LiveId" clId="{BF92309A-D65B-4F32-B304-5DD1BCF01624}" dt="2026-10-09T17:50:53.077" v="298" actId="21"/>
          <ac:spMkLst>
            <pc:docMk/>
            <pc:sldMk cId="4182064120" sldId="2147482662"/>
            <ac:spMk id="4" creationId="{99E61258-F087-921F-1272-FD8F21AAAE85}"/>
          </ac:spMkLst>
        </pc:spChg>
        <pc:spChg chg="mod">
          <ac:chgData name="Ravish Janne" userId="c46fa5973def0914" providerId="LiveId" clId="{BF92309A-D65B-4F32-B304-5DD1BCF01624}" dt="2026-10-10T02:02:38.242" v="339" actId="207"/>
          <ac:spMkLst>
            <pc:docMk/>
            <pc:sldMk cId="4182064120" sldId="2147482662"/>
            <ac:spMk id="6" creationId="{F5FEC246-0678-518C-D44B-1678663EA76F}"/>
          </ac:spMkLst>
        </pc:spChg>
        <pc:spChg chg="add del mod">
          <ac:chgData name="Ravish Janne" userId="c46fa5973def0914" providerId="LiveId" clId="{BF92309A-D65B-4F32-B304-5DD1BCF01624}" dt="2026-10-09T17:50:56.287" v="299" actId="21"/>
          <ac:spMkLst>
            <pc:docMk/>
            <pc:sldMk cId="4182064120" sldId="2147482662"/>
            <ac:spMk id="7" creationId="{B872CC90-76EC-E635-E88B-728C14BC7797}"/>
          </ac:spMkLst>
        </pc:spChg>
        <pc:spChg chg="del mod">
          <ac:chgData name="Ravish Janne" userId="c46fa5973def0914" providerId="LiveId" clId="{BF92309A-D65B-4F32-B304-5DD1BCF01624}" dt="2026-10-10T02:17:40.666" v="365" actId="21"/>
          <ac:spMkLst>
            <pc:docMk/>
            <pc:sldMk cId="4182064120" sldId="2147482662"/>
            <ac:spMk id="8" creationId="{DB69A53A-B832-E49D-072C-F7189CBBDAE0}"/>
          </ac:spMkLst>
        </pc:spChg>
        <pc:spChg chg="mod">
          <ac:chgData name="Ravish Janne" userId="c46fa5973def0914" providerId="LiveId" clId="{BF92309A-D65B-4F32-B304-5DD1BCF01624}" dt="2026-10-09T17:51:33.799" v="304" actId="1076"/>
          <ac:spMkLst>
            <pc:docMk/>
            <pc:sldMk cId="4182064120" sldId="2147482662"/>
            <ac:spMk id="158" creationId="{00000000-0000-0000-0000-000000000000}"/>
          </ac:spMkLst>
        </pc:spChg>
        <pc:spChg chg="mod">
          <ac:chgData name="Ravish Janne" userId="c46fa5973def0914" providerId="LiveId" clId="{BF92309A-D65B-4F32-B304-5DD1BCF01624}" dt="2026-10-09T17:51:24.194" v="303" actId="1076"/>
          <ac:spMkLst>
            <pc:docMk/>
            <pc:sldMk cId="4182064120" sldId="2147482662"/>
            <ac:spMk id="159" creationId="{00000000-0000-0000-0000-000000000000}"/>
          </ac:spMkLst>
        </pc:spChg>
        <pc:spChg chg="mod">
          <ac:chgData name="Ravish Janne" userId="c46fa5973def0914" providerId="LiveId" clId="{BF92309A-D65B-4F32-B304-5DD1BCF01624}" dt="2026-10-09T17:51:09.606" v="301" actId="1076"/>
          <ac:spMkLst>
            <pc:docMk/>
            <pc:sldMk cId="4182064120" sldId="2147482662"/>
            <ac:spMk id="160" creationId="{00000000-0000-0000-0000-000000000000}"/>
          </ac:spMkLst>
        </pc:spChg>
        <pc:spChg chg="mod">
          <ac:chgData name="Ravish Janne" userId="c46fa5973def0914" providerId="LiveId" clId="{BF92309A-D65B-4F32-B304-5DD1BCF01624}" dt="2026-10-09T17:51:18.079" v="302" actId="1076"/>
          <ac:spMkLst>
            <pc:docMk/>
            <pc:sldMk cId="4182064120" sldId="2147482662"/>
            <ac:spMk id="161" creationId="{00000000-0000-0000-0000-000000000000}"/>
          </ac:spMkLst>
        </pc:spChg>
        <pc:spChg chg="del">
          <ac:chgData name="Ravish Janne" userId="c46fa5973def0914" providerId="LiveId" clId="{BF92309A-D65B-4F32-B304-5DD1BCF01624}" dt="2026-10-09T17:51:02.164" v="300" actId="21"/>
          <ac:spMkLst>
            <pc:docMk/>
            <pc:sldMk cId="4182064120" sldId="2147482662"/>
            <ac:spMk id="162" creationId="{00000000-0000-0000-0000-000000000000}"/>
          </ac:spMkLst>
        </pc:spChg>
        <pc:picChg chg="add mod">
          <ac:chgData name="Ravish Janne" userId="c46fa5973def0914" providerId="LiveId" clId="{BF92309A-D65B-4F32-B304-5DD1BCF01624}" dt="2026-10-09T17:48:46.685" v="255" actId="14100"/>
          <ac:picMkLst>
            <pc:docMk/>
            <pc:sldMk cId="4182064120" sldId="2147482662"/>
            <ac:picMk id="3" creationId="{5433807F-C4F5-1B9A-2EA8-D55AACD502EB}"/>
          </ac:picMkLst>
        </pc:picChg>
      </pc:sldChg>
      <pc:sldChg chg="addSp delSp modSp mod">
        <pc:chgData name="Ravish Janne" userId="c46fa5973def0914" providerId="LiveId" clId="{BF92309A-D65B-4F32-B304-5DD1BCF01624}" dt="2026-10-10T02:19:59.544" v="368" actId="207"/>
        <pc:sldMkLst>
          <pc:docMk/>
          <pc:sldMk cId="3450838069" sldId="2147482663"/>
        </pc:sldMkLst>
        <pc:spChg chg="add del mod">
          <ac:chgData name="Ravish Janne" userId="c46fa5973def0914" providerId="LiveId" clId="{BF92309A-D65B-4F32-B304-5DD1BCF01624}" dt="2026-10-09T17:50:39.349" v="297" actId="21"/>
          <ac:spMkLst>
            <pc:docMk/>
            <pc:sldMk cId="3450838069" sldId="2147482663"/>
            <ac:spMk id="3" creationId="{FFCDC783-411D-101B-E25A-09D004D20911}"/>
          </ac:spMkLst>
        </pc:spChg>
        <pc:spChg chg="del">
          <ac:chgData name="Ravish Janne" userId="c46fa5973def0914" providerId="LiveId" clId="{BF92309A-D65B-4F32-B304-5DD1BCF01624}" dt="2026-10-09T17:50:32.449" v="296" actId="21"/>
          <ac:spMkLst>
            <pc:docMk/>
            <pc:sldMk cId="3450838069" sldId="2147482663"/>
            <ac:spMk id="5" creationId="{E5EA6187-0A8F-3277-8574-1CD3CFA4A1A2}"/>
          </ac:spMkLst>
        </pc:spChg>
        <pc:spChg chg="mod">
          <ac:chgData name="Ravish Janne" userId="c46fa5973def0914" providerId="LiveId" clId="{BF92309A-D65B-4F32-B304-5DD1BCF01624}" dt="2026-10-10T02:02:57.473" v="340" actId="207"/>
          <ac:spMkLst>
            <pc:docMk/>
            <pc:sldMk cId="3450838069" sldId="2147482663"/>
            <ac:spMk id="6" creationId="{DE560B0F-5E1F-099E-862A-D3AB54637B2A}"/>
          </ac:spMkLst>
        </pc:spChg>
        <pc:spChg chg="del mod">
          <ac:chgData name="Ravish Janne" userId="c46fa5973def0914" providerId="LiveId" clId="{BF92309A-D65B-4F32-B304-5DD1BCF01624}" dt="2026-10-10T02:17:52.399" v="367" actId="21"/>
          <ac:spMkLst>
            <pc:docMk/>
            <pc:sldMk cId="3450838069" sldId="2147482663"/>
            <ac:spMk id="8" creationId="{8AC11669-91EA-0309-B693-5A9D14B31209}"/>
          </ac:spMkLst>
        </pc:spChg>
        <pc:spChg chg="mod">
          <ac:chgData name="Ravish Janne" userId="c46fa5973def0914" providerId="LiveId" clId="{BF92309A-D65B-4F32-B304-5DD1BCF01624}" dt="2026-10-09T17:49:40.175" v="295" actId="20577"/>
          <ac:spMkLst>
            <pc:docMk/>
            <pc:sldMk cId="3450838069" sldId="2147482663"/>
            <ac:spMk id="164" creationId="{00000000-0000-0000-0000-000000000000}"/>
          </ac:spMkLst>
        </pc:spChg>
        <pc:spChg chg="mod">
          <ac:chgData name="Ravish Janne" userId="c46fa5973def0914" providerId="LiveId" clId="{BF92309A-D65B-4F32-B304-5DD1BCF01624}" dt="2026-10-10T02:19:59.544" v="368" actId="207"/>
          <ac:spMkLst>
            <pc:docMk/>
            <pc:sldMk cId="3450838069" sldId="2147482663"/>
            <ac:spMk id="166" creationId="{00000000-0000-0000-0000-000000000000}"/>
          </ac:spMkLst>
        </pc:spChg>
      </pc:sldChg>
      <pc:sldChg chg="modSp mod">
        <pc:chgData name="Ravish Janne" userId="c46fa5973def0914" providerId="LiveId" clId="{BF92309A-D65B-4F32-B304-5DD1BCF01624}" dt="2026-10-09T17:36:10.400" v="37" actId="1076"/>
        <pc:sldMkLst>
          <pc:docMk/>
          <pc:sldMk cId="556036826" sldId="2147482664"/>
        </pc:sldMkLst>
        <pc:spChg chg="mod">
          <ac:chgData name="Ravish Janne" userId="c46fa5973def0914" providerId="LiveId" clId="{BF92309A-D65B-4F32-B304-5DD1BCF01624}" dt="2026-10-09T17:36:10.400" v="37" actId="1076"/>
          <ac:spMkLst>
            <pc:docMk/>
            <pc:sldMk cId="556036826" sldId="2147482664"/>
            <ac:spMk id="27" creationId="{D836B543-A2E3-B741-8520-921FAE3E1D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229280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5320D358-F853-4E66-A71E-3A9A01236113}" type="datetimeFigureOut">
              <a:rPr lang="de-DE" sz="800" smtClean="0"/>
              <a:t>10.10.2026</a:t>
            </a:fld>
            <a:endParaRPr lang="de-DE" sz="8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7192" y="8676456"/>
            <a:ext cx="468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pPr algn="r"/>
            <a:endParaRPr lang="de-DE" sz="80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6021328" y="8676456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E5BBCCF6-F8A8-4C49-BF3D-CA1AA74CA975}" type="slidenum">
              <a:rPr lang="de-DE" sz="800" smtClean="0"/>
              <a:t>‹#›</a:t>
            </a:fld>
            <a:endParaRPr lang="de-DE" sz="800"/>
          </a:p>
        </p:txBody>
      </p:sp>
    </p:spTree>
    <p:extLst>
      <p:ext uri="{BB962C8B-B14F-4D97-AF65-F5344CB8AC3E}">
        <p14:creationId xmlns:p14="http://schemas.microsoft.com/office/powerpoint/2010/main" val="314386119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6672" y="611560"/>
            <a:ext cx="5904000" cy="3321000"/>
          </a:xfrm>
          <a:prstGeom prst="rect">
            <a:avLst/>
          </a:prstGeom>
          <a:noFill/>
          <a:ln w="6350">
            <a:solidFill>
              <a:schemeClr val="accent6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GB"/>
              <a:t>First list level: Large body text in 14 pt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body text in 14 pt</a:t>
            </a:r>
          </a:p>
          <a:p>
            <a:pPr lvl="5"/>
            <a:r>
              <a:rPr lang="en-GB"/>
              <a:t>6th level, subheading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</a:t>
            </a:r>
            <a:r>
              <a:rPr lang="sv-SE"/>
              <a:t>2. bullet list in 10 pt</a:t>
            </a:r>
            <a:endParaRPr lang="en-GB"/>
          </a:p>
        </p:txBody>
      </p:sp>
      <p:sp>
        <p:nvSpPr>
          <p:cNvPr id="9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229280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/>
            </a:lvl1pPr>
          </a:lstStyle>
          <a:p>
            <a:fld id="{5320D358-F853-4E66-A71E-3A9A01236113}" type="datetimeFigureOut">
              <a:rPr lang="de-DE" smtClean="0"/>
              <a:pPr/>
              <a:t>10.10.2026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4"/>
          </p:nvPr>
        </p:nvSpPr>
        <p:spPr>
          <a:xfrm>
            <a:off x="477192" y="8676456"/>
            <a:ext cx="468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/>
            </a:lvl1pPr>
          </a:lstStyle>
          <a:p>
            <a:pPr algn="r"/>
            <a:endParaRPr lang="de-DE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5"/>
          </p:nvPr>
        </p:nvSpPr>
        <p:spPr>
          <a:xfrm>
            <a:off x="6021328" y="8676456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/>
            </a:lvl1pPr>
          </a:lstStyle>
          <a:p>
            <a:fld id="{E5BBCCF6-F8A8-4C49-BF3D-CA1AA74CA97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6198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defRPr sz="1400" b="0" kern="1200">
        <a:solidFill>
          <a:schemeClr val="tx1"/>
        </a:solidFill>
        <a:latin typeface="+mn-lt"/>
        <a:ea typeface="+mn-ea"/>
        <a:cs typeface="+mn-cs"/>
      </a:defRPr>
    </a:lvl1pPr>
    <a:lvl2pPr marL="0" algn="l" defTabSz="914400" rtl="0" eaLnBrk="1" latinLnBrk="0" hangingPunct="1">
      <a:lnSpc>
        <a:spcPct val="120000"/>
      </a:lnSpc>
      <a:spcBef>
        <a:spcPts val="1500"/>
      </a:spcBef>
      <a:spcAft>
        <a:spcPts val="200"/>
      </a:spcAft>
      <a:defRPr sz="1800" b="1" kern="1200">
        <a:solidFill>
          <a:schemeClr val="tx1"/>
        </a:solidFill>
        <a:latin typeface="+mn-lt"/>
        <a:ea typeface="+mn-ea"/>
        <a:cs typeface="+mn-cs"/>
      </a:defRPr>
    </a:lvl2pPr>
    <a:lvl3pPr marL="18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54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Symbol" panose="05050102010706020507" pitchFamily="18" charset="2"/>
      <a:buNone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20000"/>
      </a:lnSpc>
      <a:spcBef>
        <a:spcPts val="1200"/>
      </a:spcBef>
      <a:spcAft>
        <a:spcPts val="200"/>
      </a:spcAft>
      <a:buClr>
        <a:schemeClr val="bg2"/>
      </a:buClr>
      <a:buFontTx/>
      <a:buNone/>
      <a:defRPr sz="1400" b="1" kern="1200">
        <a:solidFill>
          <a:schemeClr val="tx1"/>
        </a:solidFill>
        <a:latin typeface="+mn-lt"/>
        <a:ea typeface="+mn-ea"/>
        <a:cs typeface="+mn-cs"/>
      </a:defRPr>
    </a:lvl7pPr>
    <a:lvl8pPr marL="108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16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E6B4-6ECE-D15E-BB87-D900B4C85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A8E1E-E19D-8F9B-C6C1-7F9707333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389C9-6732-21E3-DE4F-7A7F942F3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AC5A6-92E7-050A-7E83-1CE80CC86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6486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B3A0D8F-9C15-5837-5F96-2D9EA811E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4954" b="22415"/>
          <a:stretch/>
        </p:blipFill>
        <p:spPr>
          <a:xfrm>
            <a:off x="8256241" y="1"/>
            <a:ext cx="393576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068960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4797256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gray">
          <a:xfrm>
            <a:off x="5232400" y="6525360"/>
            <a:ext cx="230376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695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Rad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068960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4797256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gray">
          <a:xfrm>
            <a:off x="5231872" y="6525360"/>
            <a:ext cx="230428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F748590-F732-D074-F771-EDEC6F004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507" r="50000" b="6507"/>
          <a:stretch/>
        </p:blipFill>
        <p:spPr>
          <a:xfrm>
            <a:off x="8250000" y="0"/>
            <a:ext cx="394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18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Half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2132856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72"/>
            <a:ext cx="518400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52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F0C95E3C-E453-EAA2-DD4F-8F0D94035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C940FAEA-3B2F-6191-ABB6-8D4D40B0A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BBF7F25-DEE3-0131-6327-0A03312531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96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orient="horz" pos="2886" userDrawn="1">
          <p15:clr>
            <a:srgbClr val="5ACBF0"/>
          </p15:clr>
        </p15:guide>
        <p15:guide id="6" pos="7287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A29BE15-3256-F8A5-CEDE-C91B75C47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</p:spPr>
        <p:txBody>
          <a:bodyPr bIns="504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1048E7F-D798-9B2F-8A33-42EB350685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2132832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FFAAFFD-F887-74D0-66D2-DEF991B514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bg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2E9B28D7-605E-AC79-8342-665B340033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AA6BAAB-FB7A-2FBE-510F-B76D02B4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620689"/>
            <a:ext cx="1080000" cy="37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4B342-7000-F337-AFA1-9151C7FF7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2" name="Callout: Line 1">
            <a:extLst>
              <a:ext uri="{FF2B5EF4-FFF2-40B4-BE49-F238E27FC236}">
                <a16:creationId xmlns:a16="http://schemas.microsoft.com/office/drawing/2014/main" id="{27FF72FB-FAEC-99C2-2194-2B5F63518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bg1"/>
                </a:solidFill>
              </a:rPr>
              <a:t>Adjust transparency of the picture to ensure readability.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E161A-D4C0-A4C6-91D2-EC09DE9E66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48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4" orient="horz" pos="2886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1999" cy="6858000"/>
          </a:xfrm>
          <a:noFill/>
        </p:spPr>
        <p:txBody>
          <a:bodyPr bIns="50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Callout: Line 3">
            <a:extLst>
              <a:ext uri="{FF2B5EF4-FFF2-40B4-BE49-F238E27FC236}">
                <a16:creationId xmlns:a16="http://schemas.microsoft.com/office/drawing/2014/main" id="{0BECFF34-FBF3-EB1A-B551-8D173B390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bg1"/>
                </a:solidFill>
              </a:rPr>
              <a:t>Adjust transparency of the picture to ensure readability.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50D2D8-9A23-38EA-8F69-A5DC2F2051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2132832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28FB1C8E-D489-B130-3C91-F37FBA330C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CCD2E16E-B398-FD19-5654-9AE9C47B7F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1166E63-14EF-37CA-7FF8-C0D9FE429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FCCC5F4-A1E7-48AD-5FE3-75380A819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620689"/>
            <a:ext cx="1080000" cy="37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E030E40-4DFB-A3E0-8913-CCD465AE7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4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4" orient="horz" pos="2886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8"/>
            <a:ext cx="1727696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51088" y="1773237"/>
            <a:ext cx="4607737" cy="4464075"/>
          </a:xfrm>
        </p:spPr>
        <p:txBody>
          <a:bodyPr tIns="108000"/>
          <a:lstStyle>
            <a:lvl1pPr marL="216000" indent="-216000">
              <a:spcBef>
                <a:spcPts val="8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agenda topics, for subtopic use list level 2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535864" y="1773782"/>
            <a:ext cx="4032250" cy="4464075"/>
          </a:xfrm>
        </p:spPr>
        <p:txBody>
          <a:bodyPr tIns="108000"/>
          <a:lstStyle>
            <a:lvl1pPr marL="0" indent="0">
              <a:spcBef>
                <a:spcPts val="800"/>
              </a:spcBef>
              <a:spcAft>
                <a:spcPts val="200"/>
              </a:spcAft>
              <a:buFont typeface="+mj-lt"/>
              <a:buNone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presenter</a:t>
            </a:r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09590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1117">
          <p15:clr>
            <a:srgbClr val="5ACBF0"/>
          </p15:clr>
        </p15:guide>
        <p15:guide id="5" orient="horz" pos="391">
          <p15:clr>
            <a:srgbClr val="5ACBF0"/>
          </p15:clr>
        </p15:guide>
        <p15:guide id="6" pos="4747" userDrawn="1">
          <p15:clr>
            <a:srgbClr val="5ACBF0"/>
          </p15:clr>
        </p15:guide>
        <p15:guide id="9" pos="393">
          <p15:clr>
            <a:srgbClr val="5ACBF0"/>
          </p15:clr>
        </p15:guide>
        <p15:guide id="10" pos="4384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7"/>
            <a:ext cx="691197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Table of contents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351584" y="1773237"/>
            <a:ext cx="4032000" cy="4464075"/>
          </a:xfr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7536608" y="1773237"/>
            <a:ext cx="4032000" cy="4464075"/>
          </a:xfr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7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4747" userDrawn="1">
          <p15:clr>
            <a:srgbClr val="5ACBF0"/>
          </p15:clr>
        </p15:guide>
        <p15:guide id="8" pos="4021" userDrawn="1">
          <p15:clr>
            <a:srgbClr val="5ACBF0"/>
          </p15:clr>
        </p15:guide>
        <p15:guide id="9" pos="393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1221DD-91C5-CDA2-3A9D-3DDCD14364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1852" y="1772816"/>
            <a:ext cx="5183999" cy="504056"/>
          </a:xfr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07BA4A2-8208-6854-102F-3D7D52729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r="50035" b="50031"/>
          <a:stretch/>
        </p:blipFill>
        <p:spPr>
          <a:xfrm>
            <a:off x="6363496" y="1028962"/>
            <a:ext cx="5828504" cy="582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56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|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8AB73F0-BBD8-5C26-BE7A-C600237E0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1FD4F7B-75D0-34AB-50E8-00F67617E1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852" y="1772816"/>
            <a:ext cx="5183999" cy="504056"/>
          </a:xfr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B662CD1-20A7-7FCF-36B6-8F04E80142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FC2E49D-109D-F674-5122-39F1FB910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C2139AD-2954-FBFD-3079-17BBEB9E2E8D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296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623872" y="1773237"/>
            <a:ext cx="10944224" cy="44640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3B03897-3806-F68F-6FD7-904E56AC4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76490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EF220C-C7CD-76AD-9FC1-A0856AB0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8112125" y="0"/>
            <a:ext cx="4079875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6911975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623872" y="1773238"/>
            <a:ext cx="6911991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57AF223A-9133-4CD7-A24F-37E750D20428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8688388" y="1773238"/>
            <a:ext cx="2879725" cy="446405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000"/>
            </a:lvl1pPr>
            <a:lvl2pPr>
              <a:spcBef>
                <a:spcPts val="1200"/>
              </a:spcBef>
              <a:spcAft>
                <a:spcPts val="200"/>
              </a:spcAft>
              <a:defRPr sz="1400"/>
            </a:lvl2pPr>
            <a:lvl3pPr marL="108000" indent="-108000">
              <a:spcBef>
                <a:spcPts val="200"/>
              </a:spcBef>
              <a:spcAft>
                <a:spcPts val="200"/>
              </a:spcAft>
              <a:defRPr sz="1000"/>
            </a:lvl3pPr>
            <a:lvl4pPr marL="216000" indent="-108000">
              <a:spcBef>
                <a:spcPts val="200"/>
              </a:spcBef>
              <a:spcAft>
                <a:spcPts val="200"/>
              </a:spcAft>
              <a:defRPr sz="1000"/>
            </a:lvl4pPr>
            <a:lvl5pPr marL="324000" indent="-108000">
              <a:spcBef>
                <a:spcPts val="200"/>
              </a:spcBef>
              <a:spcAft>
                <a:spcPts val="200"/>
              </a:spcAft>
              <a:defRPr sz="1000"/>
            </a:lvl5pPr>
            <a:lvl6pPr>
              <a:defRPr sz="1000"/>
            </a:lvl6pPr>
            <a:lvl7pPr marL="0">
              <a:defRPr sz="1400"/>
            </a:lvl7pPr>
            <a:lvl8pPr marL="108000">
              <a:defRPr sz="1000"/>
            </a:lvl8pPr>
            <a:lvl9pPr marL="216000">
              <a:defRPr sz="1000"/>
            </a:lvl9pPr>
          </a:lstStyle>
          <a:p>
            <a:pPr lvl="0"/>
            <a:r>
              <a:rPr lang="en-GB"/>
              <a:t>First list level: body text in 10 pt (Please use the "Increase/Decrease List Level" buttons on the “Home" tab to switch between the predefined text formats.) </a:t>
            </a:r>
          </a:p>
          <a:p>
            <a:pPr lvl="1"/>
            <a:r>
              <a:rPr lang="en-GB"/>
              <a:t>2nd level, subheading in 14 pt</a:t>
            </a:r>
          </a:p>
          <a:p>
            <a:pPr lvl="2"/>
            <a:r>
              <a:rPr lang="en-GB"/>
              <a:t>3rd level, 1. bullet list in 10 pt</a:t>
            </a:r>
          </a:p>
          <a:p>
            <a:pPr lvl="3"/>
            <a:r>
              <a:rPr lang="en-GB"/>
              <a:t>4th level, 2. bullet list in 10 pt</a:t>
            </a:r>
          </a:p>
          <a:p>
            <a:pPr lvl="4"/>
            <a:r>
              <a:rPr lang="en-GB"/>
              <a:t>5th level, 3. bullet list in 10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251B3-800C-C616-EE4B-00036F812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8388" y="6525360"/>
            <a:ext cx="2303964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65AA3366-D36B-409F-9579-6FB93E52943B}" type="datetimeyyyy">
              <a:rPr lang="en-US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 BlackBerry Limited. All rights reserved.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23073BE-1E83-1BD0-5242-998483348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D1CE6E-D607-1A05-429F-E791D9E6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8112224" y="1773238"/>
            <a:ext cx="0" cy="446960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Logo">
            <a:extLst>
              <a:ext uri="{FF2B5EF4-FFF2-40B4-BE49-F238E27FC236}">
                <a16:creationId xmlns:a16="http://schemas.microsoft.com/office/drawing/2014/main" id="{A6D92AC3-90E1-30AB-3D66-CED09E8EC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87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orient="horz" pos="111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pos="5473" userDrawn="1">
          <p15:clr>
            <a:srgbClr val="5ACBF0"/>
          </p15:clr>
        </p15:guide>
        <p15:guide id="7" pos="4747" userDrawn="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8"/>
            <a:ext cx="5184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6383338" y="1773238"/>
            <a:ext cx="518477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4E22620-C5EB-723D-2103-12C2232ED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831577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pos="4021" userDrawn="1">
          <p15:clr>
            <a:srgbClr val="5ACBF0"/>
          </p15:clr>
        </p15:guide>
        <p15:guide id="5" pos="3659" userDrawn="1">
          <p15:clr>
            <a:srgbClr val="5ACBF0"/>
          </p15:clr>
        </p15:guide>
        <p15:guide id="6" orient="horz" pos="391" userDrawn="1">
          <p15:clr>
            <a:srgbClr val="5ACBF0"/>
          </p15:clr>
        </p15:guide>
        <p15:guide id="7" orient="horz" pos="3929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7"/>
            <a:ext cx="3240000" cy="44640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4476240" y="1773238"/>
            <a:ext cx="3240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gray">
          <a:xfrm>
            <a:off x="8328608" y="1773238"/>
            <a:ext cx="3240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1E0CD1D-FE11-E070-9C4E-136B507BE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70907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434" userDrawn="1">
          <p15:clr>
            <a:srgbClr val="5ACBF0"/>
          </p15:clr>
        </p15:guide>
        <p15:guide id="7" pos="2820" userDrawn="1">
          <p15:clr>
            <a:srgbClr val="5ACBF0"/>
          </p15:clr>
        </p15:guide>
        <p15:guide id="8" pos="4861" userDrawn="1">
          <p15:clr>
            <a:srgbClr val="5ACBF0"/>
          </p15:clr>
        </p15:guide>
        <p15:guide id="9" pos="5246" userDrawn="1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7"/>
            <a:ext cx="2304000" cy="44640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3503712" y="1773238"/>
            <a:ext cx="2304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gray">
          <a:xfrm>
            <a:off x="6384032" y="1773238"/>
            <a:ext cx="2304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8FA3A1E1-08E1-874A-0A45-58B204B3C89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 bwMode="gray">
          <a:xfrm>
            <a:off x="9263118" y="1773238"/>
            <a:ext cx="2304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4D27B05-6A39-67F6-27D2-3552819AB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712882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1844" userDrawn="1">
          <p15:clr>
            <a:srgbClr val="5ACBF0"/>
          </p15:clr>
        </p15:guide>
        <p15:guide id="7" pos="2207" userDrawn="1">
          <p15:clr>
            <a:srgbClr val="5ACBF0"/>
          </p15:clr>
        </p15:guide>
        <p15:guide id="8" pos="3659" userDrawn="1">
          <p15:clr>
            <a:srgbClr val="5ACBF0"/>
          </p15:clr>
        </p15:guide>
        <p15:guide id="9" pos="5473" userDrawn="1">
          <p15:clr>
            <a:srgbClr val="5ACBF0"/>
          </p15:clr>
        </p15:guide>
        <p15:guide id="11" pos="4021" userDrawn="1">
          <p15:clr>
            <a:srgbClr val="5ACBF0"/>
          </p15:clr>
        </p15:guide>
        <p15:guide id="12" pos="5836" userDrawn="1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8"/>
            <a:ext cx="3456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5232400" y="1773238"/>
            <a:ext cx="6335713" cy="4464050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E0BBA77-A61C-80AF-78D9-8C02CD3C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604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570" userDrawn="1">
          <p15:clr>
            <a:srgbClr val="5ACBF0"/>
          </p15:clr>
        </p15:guide>
        <p15:guide id="7" pos="3296" userDrawn="1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9600" y="620687"/>
            <a:ext cx="4608512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960096" y="1773238"/>
            <a:ext cx="4608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392" y="620713"/>
            <a:ext cx="5184000" cy="5616575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1F83972-D57B-2393-82D2-6CA362BB7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4022514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3659" userDrawn="1">
          <p15:clr>
            <a:srgbClr val="5ACBF0"/>
          </p15:clr>
        </p15:guide>
        <p15:guide id="7" pos="4384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41177C3D-1294-DFF4-E6B0-1F16699BF2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872" y="1773238"/>
            <a:ext cx="10944241" cy="4464050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CF619C6-A2E4-8B7D-3EB4-FAFDB97CA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1507138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29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26953-2E70-0688-8FC9-8BB3D6019A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 lang="en-US" smtClean="0"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>
          <a:xfrm>
            <a:off x="11208112" y="6525360"/>
            <a:ext cx="360000" cy="1440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60375E9F-1DDA-9293-C3FF-E9BF48405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tx1"/>
                </a:solidFill>
              </a:rPr>
              <a:t>Adjust transparency of the picture to ensure readability.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DF295D-CB11-A4FB-5F5E-834306A9FA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1"/>
          </a:xfrm>
          <a:prstGeom prst="rect">
            <a:avLst/>
          </a:pr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8C77865-6467-D50F-9DCF-A6AAA413D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4365312"/>
            <a:ext cx="5183984" cy="1872000"/>
          </a:xfrm>
          <a:noFill/>
        </p:spPr>
        <p:txBody>
          <a:bodyPr lIns="0" tIns="0" rIns="0" bIns="0" anchor="b"/>
          <a:lstStyle>
            <a:lvl1pPr>
              <a:defRPr lang="en-US" sz="4000" dirty="0">
                <a:solidFill>
                  <a:schemeClr val="tx1"/>
                </a:solidFill>
              </a:defRPr>
            </a:lvl1pPr>
          </a:lstStyle>
          <a:p>
            <a:r>
              <a:rPr lang="en-GB"/>
              <a:t>Add a message aligned to the left or right side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E7A0F38-1378-F695-38F8-206336A8527D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2635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93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orient="horz" pos="3929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1484784"/>
            <a:ext cx="6912000" cy="2880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Topic of statement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E6804A-B557-0580-B9FF-6543B0B270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2204864"/>
            <a:ext cx="6911975" cy="4032000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1pPr>
            <a:lvl2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4pPr>
            <a:lvl5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5pPr>
            <a:lvl6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6pPr>
            <a:lvl7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7pPr>
            <a:lvl8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8pPr>
            <a:lvl9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9pPr>
          </a:lstStyle>
          <a:p>
            <a:pPr lvl="0"/>
            <a:r>
              <a:rPr lang="en-GB"/>
              <a:t>Add an important statement</a:t>
            </a:r>
          </a:p>
          <a:p>
            <a:pPr lvl="1"/>
            <a:endParaRPr lang="en-GB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87F7DD5-FE55-1757-0CD4-20FAE20C2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>
            <a:off x="9606976" y="0"/>
            <a:ext cx="2585024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7C0BC4A-2B94-C4C8-BAB0-C51AE88EE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sp>
        <p:nvSpPr>
          <p:cNvPr id="8" name="Box">
            <a:extLst>
              <a:ext uri="{FF2B5EF4-FFF2-40B4-BE49-F238E27FC236}">
                <a16:creationId xmlns:a16="http://schemas.microsoft.com/office/drawing/2014/main" id="{92158078-B084-7032-049C-D8E684B4C9E1}"/>
              </a:ext>
            </a:extLst>
          </p:cNvPr>
          <p:cNvSpPr/>
          <p:nvPr userDrawn="1"/>
        </p:nvSpPr>
        <p:spPr bwMode="gray">
          <a:xfrm>
            <a:off x="10580483" y="-1"/>
            <a:ext cx="1276157" cy="9648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0B7ACAED-396E-E25D-4F15-E1673FF66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44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5" orient="horz" pos="1389" userDrawn="1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45FCD-6CD9-C35E-4E96-71C11BF3E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53899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orient="horz" pos="1117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820F22-AB0B-FCC4-19F4-47AB9C42A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3613" y="2913719"/>
            <a:ext cx="2880522" cy="1008112"/>
          </a:xfrm>
        </p:spPr>
        <p:txBody>
          <a:bodyPr tIns="0" anchor="ctr"/>
          <a:lstStyle>
            <a:lvl1pPr>
              <a:defRPr/>
            </a:lvl1pPr>
          </a:lstStyle>
          <a:p>
            <a:r>
              <a:rPr lang="en-GB" noProof="0"/>
              <a:t>Thank you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959599" y="3284984"/>
            <a:ext cx="3457575" cy="2952000"/>
          </a:xfrm>
        </p:spPr>
        <p:txBody>
          <a:bodyPr anchor="t"/>
          <a:lstStyle>
            <a:lvl1pPr algn="l">
              <a:spcBef>
                <a:spcPts val="200"/>
              </a:spcBef>
              <a:spcAft>
                <a:spcPts val="200"/>
              </a:spcAft>
              <a:defRPr sz="1800" b="0">
                <a:solidFill>
                  <a:schemeClr val="bg2"/>
                </a:solidFill>
                <a:latin typeface="+mj-lt"/>
              </a:defRPr>
            </a:lvl1pPr>
            <a:lvl2pPr marL="0" indent="0" algn="l">
              <a:spcBef>
                <a:spcPts val="200"/>
              </a:spcBef>
              <a:spcAft>
                <a:spcPts val="1200"/>
              </a:spcAft>
              <a:buFont typeface="Arial" panose="020B0604020202020204" pitchFamily="34" charset="0"/>
              <a:buNone/>
              <a:tabLst>
                <a:tab pos="723900" algn="l"/>
              </a:tabLst>
              <a:defRPr sz="1000" b="0">
                <a:latin typeface="+mn-lt"/>
              </a:defRPr>
            </a:lvl2pPr>
            <a:lvl3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3pPr>
            <a:lvl4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4pPr>
            <a:lvl5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9pPr>
          </a:lstStyle>
          <a:p>
            <a:pPr lvl="0"/>
            <a:r>
              <a:rPr lang="en-GB"/>
              <a:t>Name Surname</a:t>
            </a:r>
          </a:p>
          <a:p>
            <a:pPr lvl="1"/>
            <a:r>
              <a:rPr lang="en-GB"/>
              <a:t>Job title</a:t>
            </a:r>
          </a:p>
          <a:p>
            <a:pPr lvl="2"/>
            <a:r>
              <a:rPr lang="en-GB"/>
              <a:t>Contact data</a:t>
            </a:r>
          </a:p>
          <a:p>
            <a:pPr lvl="3"/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784D80-5586-6198-7C51-BAE686880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 rot="10800000">
            <a:off x="1" y="0"/>
            <a:ext cx="2585024" cy="6858000"/>
          </a:xfrm>
          <a:prstGeom prst="rect">
            <a:avLst/>
          </a:prstGeom>
        </p:spPr>
      </p:pic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14649956-A4E1-EFE1-CA84-A162CF80F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959600" y="620712"/>
            <a:ext cx="3457575" cy="2304000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8488C-A96B-B4B3-DB18-1F5E65734A3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4F607-54F9-CE0E-66F1-C7A641F759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64BB849-B7FC-3952-913B-F400FD508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C2EB24EB-2820-8054-D726-2EC0B4AC5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16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6562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4384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B3A0D8F-9C15-5837-5F96-2D9EA811E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4954" b="22415"/>
          <a:stretch/>
        </p:blipFill>
        <p:spPr>
          <a:xfrm>
            <a:off x="8256241" y="1"/>
            <a:ext cx="393576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23888" y="306896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3393" y="4797256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black">
          <a:xfrm>
            <a:off x="5231872" y="6525360"/>
            <a:ext cx="230428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91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Rad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23888" y="306896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3393" y="4797256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black">
          <a:xfrm>
            <a:off x="5231872" y="6525360"/>
            <a:ext cx="230428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AABD0FE-C518-0C23-6BFE-D56030024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507" r="50000" b="6507"/>
          <a:stretch/>
        </p:blipFill>
        <p:spPr>
          <a:xfrm>
            <a:off x="8250000" y="0"/>
            <a:ext cx="394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7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Half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23888" y="2132856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23393" y="2493072"/>
            <a:ext cx="518400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3393" y="3861152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C9DEBE27-D875-6FA1-857C-1FAFA560B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92882950-AB80-98BF-7E6A-936E99E2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AC13325-40B9-01EA-C2FA-F76B8EC5C5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52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orient="horz" pos="2886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A29BE15-3256-F8A5-CEDE-C91B75C47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bIns="504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1048E7F-D798-9B2F-8A33-42EB350685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2132832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FFAAFFD-F887-74D0-66D2-DEF991B514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2E9B28D7-605E-AC79-8342-665B340033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AA6BAAB-FB7A-2FBE-510F-B76D02B4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23392" y="620689"/>
            <a:ext cx="1080000" cy="37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4B342-7000-F337-AFA1-9151C7FF7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2" name="Callout: Line 1">
            <a:extLst>
              <a:ext uri="{FF2B5EF4-FFF2-40B4-BE49-F238E27FC236}">
                <a16:creationId xmlns:a16="http://schemas.microsoft.com/office/drawing/2014/main" id="{A8677481-6FD1-2F5C-6EC4-6BF3EDB4D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tx1"/>
                </a:solidFill>
              </a:rPr>
              <a:t>Adjust transparency of the picture to ensure readability.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CB178-9747-A446-6D94-F3C351A39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69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pos="393">
          <p15:clr>
            <a:srgbClr val="5ACBF0"/>
          </p15:clr>
        </p15:guide>
        <p15:guide id="3" pos="4747">
          <p15:clr>
            <a:srgbClr val="5ACBF0"/>
          </p15:clr>
        </p15:guide>
        <p15:guide id="4" orient="horz" pos="2886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1999" cy="6858000"/>
          </a:xfrm>
          <a:prstGeom prst="rect">
            <a:avLst/>
          </a:prstGeom>
          <a:noFill/>
        </p:spPr>
        <p:txBody>
          <a:bodyPr bIns="50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4" name="Callout: Line 3">
            <a:extLst>
              <a:ext uri="{FF2B5EF4-FFF2-40B4-BE49-F238E27FC236}">
                <a16:creationId xmlns:a16="http://schemas.microsoft.com/office/drawing/2014/main" id="{0BECFF34-FBF3-EB1A-B551-8D173B390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tx1"/>
                </a:solidFill>
              </a:rPr>
              <a:t>Adjust transparency of the picture to ensure readability.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50D2D8-9A23-38EA-8F69-A5DC2F2051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2132832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28FB1C8E-D489-B130-3C91-F37FBA330C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bg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CCD2E16E-B398-FD19-5654-9AE9C47B7F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1166E63-14EF-37CA-7FF8-C0D9FE429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AA6BAAB-FB7A-2FBE-510F-B76D02B4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620689"/>
            <a:ext cx="1080000" cy="37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7FF38C0-2225-C9AC-B499-DE83DC535F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7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4" orient="horz" pos="2886" userDrawn="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8"/>
            <a:ext cx="1727696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2350666" y="1773237"/>
            <a:ext cx="4607737" cy="4464075"/>
          </a:xfrm>
          <a:prstGeom prst="rect">
            <a:avLst/>
          </a:prstGeom>
        </p:spPr>
        <p:txBody>
          <a:bodyPr tIns="108000"/>
          <a:lstStyle>
            <a:lvl1pPr marL="216000" indent="-216000">
              <a:spcBef>
                <a:spcPts val="8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agenda topics, for subtopic use list level 2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7535441" y="1773782"/>
            <a:ext cx="4032671" cy="4464075"/>
          </a:xfrm>
          <a:prstGeom prst="rect">
            <a:avLst/>
          </a:prstGeom>
        </p:spPr>
        <p:txBody>
          <a:bodyPr tIns="108000"/>
          <a:lstStyle>
            <a:lvl1pPr marL="0" indent="0">
              <a:spcBef>
                <a:spcPts val="800"/>
              </a:spcBef>
              <a:spcAft>
                <a:spcPts val="200"/>
              </a:spcAft>
              <a:buFont typeface="+mj-lt"/>
              <a:buNone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presenter</a:t>
            </a:r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13180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4747" userDrawn="1">
          <p15:clr>
            <a:srgbClr val="5ACBF0"/>
          </p15:clr>
        </p15:guide>
        <p15:guide id="9" pos="393" userDrawn="1">
          <p15:clr>
            <a:srgbClr val="5ACBF0"/>
          </p15:clr>
        </p15:guide>
        <p15:guide id="10" pos="4384" userDrawn="1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7"/>
            <a:ext cx="691197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Table of contents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2351584" y="1773237"/>
            <a:ext cx="4032000" cy="44640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7536608" y="1773237"/>
            <a:ext cx="4032000" cy="44640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595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4747" userDrawn="1">
          <p15:clr>
            <a:srgbClr val="5ACBF0"/>
          </p15:clr>
        </p15:guide>
        <p15:guide id="8" pos="4021" userDrawn="1">
          <p15:clr>
            <a:srgbClr val="5ACBF0"/>
          </p15:clr>
        </p15:guide>
        <p15:guide id="9" pos="393" userDrawn="1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1221DD-91C5-CDA2-3A9D-3DDCD14364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1852" y="1772816"/>
            <a:ext cx="5183999" cy="504056"/>
          </a:xfrm>
          <a:prstGeom prst="rect">
            <a:avLst/>
          </a:prstGeo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07BA4A2-8208-6854-102F-3D7D52729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r="50035" b="50031"/>
          <a:stretch/>
        </p:blipFill>
        <p:spPr>
          <a:xfrm>
            <a:off x="6363496" y="1028962"/>
            <a:ext cx="5828504" cy="582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375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|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8AB73F0-BBD8-5C26-BE7A-C600237E0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1FD4F7B-75D0-34AB-50E8-00F67617E1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852" y="1772816"/>
            <a:ext cx="5183999" cy="504056"/>
          </a:xfrm>
          <a:prstGeom prst="rect">
            <a:avLst/>
          </a:prstGeo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B662CD1-20A7-7FCF-36B6-8F04E80142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2444A59-A11B-D30A-1AD5-AC8EE0977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64F16516-D1AC-3BC8-1379-009675728DA7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1602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623872" y="1773237"/>
            <a:ext cx="10944224" cy="44640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3B03897-3806-F68F-6FD7-904E56AC4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508833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EF220C-C7CD-76AD-9FC1-A0856AB0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8112125" y="0"/>
            <a:ext cx="4079875" cy="6858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6911975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623872" y="1773238"/>
            <a:ext cx="6911991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251B3-800C-C616-EE4B-00036F812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8388" y="6525360"/>
            <a:ext cx="2303964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A3918C81-82EA-45E5-9D99-58960B473AC9}" type="datetimeyyyy">
              <a:rPr lang="en-US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 BlackBerry Limited. All rights reserved.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23073BE-1E83-1BD0-5242-998483348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D1CE6E-D607-1A05-429F-E791D9E6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12224" y="1773238"/>
            <a:ext cx="0" cy="44696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937084-D812-3A4B-EA94-E25321C213CE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8688388" y="1773238"/>
            <a:ext cx="2879725" cy="446405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000"/>
            </a:lvl1pPr>
            <a:lvl2pPr>
              <a:spcBef>
                <a:spcPts val="1200"/>
              </a:spcBef>
              <a:spcAft>
                <a:spcPts val="200"/>
              </a:spcAft>
              <a:defRPr sz="1400"/>
            </a:lvl2pPr>
            <a:lvl3pPr marL="108000" indent="-108000">
              <a:spcBef>
                <a:spcPts val="200"/>
              </a:spcBef>
              <a:spcAft>
                <a:spcPts val="200"/>
              </a:spcAft>
              <a:defRPr sz="1000"/>
            </a:lvl3pPr>
            <a:lvl4pPr marL="216000" indent="-108000">
              <a:spcBef>
                <a:spcPts val="200"/>
              </a:spcBef>
              <a:spcAft>
                <a:spcPts val="200"/>
              </a:spcAft>
              <a:defRPr sz="1000"/>
            </a:lvl4pPr>
            <a:lvl5pPr marL="324000" indent="-108000">
              <a:spcBef>
                <a:spcPts val="200"/>
              </a:spcBef>
              <a:spcAft>
                <a:spcPts val="200"/>
              </a:spcAft>
              <a:defRPr sz="1000"/>
            </a:lvl5pPr>
            <a:lvl6pPr>
              <a:defRPr sz="1000"/>
            </a:lvl6pPr>
            <a:lvl7pPr marL="0">
              <a:defRPr sz="1400"/>
            </a:lvl7pPr>
            <a:lvl8pPr marL="108000">
              <a:defRPr sz="1000"/>
            </a:lvl8pPr>
            <a:lvl9pPr marL="216000">
              <a:defRPr sz="1000"/>
            </a:lvl9pPr>
          </a:lstStyle>
          <a:p>
            <a:pPr lvl="0"/>
            <a:r>
              <a:rPr lang="en-GB"/>
              <a:t>First list level: body text in 10 pt (Please use the "Increase/Decrease List Level" buttons on the “Home" tab to switch between the predefined text formats.) </a:t>
            </a:r>
          </a:p>
          <a:p>
            <a:pPr lvl="1"/>
            <a:r>
              <a:rPr lang="en-GB"/>
              <a:t>2nd level, subheading in 14 pt</a:t>
            </a:r>
          </a:p>
          <a:p>
            <a:pPr lvl="2"/>
            <a:r>
              <a:rPr lang="en-GB"/>
              <a:t>3rd level, 1. bullet list in 10 pt</a:t>
            </a:r>
          </a:p>
          <a:p>
            <a:pPr lvl="3"/>
            <a:r>
              <a:rPr lang="en-GB"/>
              <a:t>4th level, 2. bullet list in 10 pt</a:t>
            </a:r>
          </a:p>
          <a:p>
            <a:pPr lvl="4"/>
            <a:r>
              <a:rPr lang="en-GB"/>
              <a:t>5th level, 3. bullet list in 10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E40ECC1E-161B-90A8-D9F3-B50740300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01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orient="horz" pos="111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pos="5473" userDrawn="1">
          <p15:clr>
            <a:srgbClr val="5ACBF0"/>
          </p15:clr>
        </p15:guide>
        <p15:guide id="7" pos="4747" userDrawn="1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8"/>
            <a:ext cx="5184000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black">
          <a:xfrm>
            <a:off x="6383338" y="1773238"/>
            <a:ext cx="5184775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4E22620-C5EB-723D-2103-12C2232ED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4427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pos="4021" userDrawn="1">
          <p15:clr>
            <a:srgbClr val="5ACBF0"/>
          </p15:clr>
        </p15:guide>
        <p15:guide id="5" pos="3659" userDrawn="1">
          <p15:clr>
            <a:srgbClr val="5ACBF0"/>
          </p15:clr>
        </p15:guide>
        <p15:guide id="6" orient="horz" pos="391" userDrawn="1">
          <p15:clr>
            <a:srgbClr val="5ACBF0"/>
          </p15:clr>
        </p15:guide>
        <p15:guide id="7" orient="horz" pos="3929" userDrawn="1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7"/>
            <a:ext cx="3240000" cy="44640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black">
          <a:xfrm>
            <a:off x="4476240" y="1773238"/>
            <a:ext cx="3240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black">
          <a:xfrm>
            <a:off x="8328608" y="1773238"/>
            <a:ext cx="3240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1E0CD1D-FE11-E070-9C4E-136B507BE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1466530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434" userDrawn="1">
          <p15:clr>
            <a:srgbClr val="5ACBF0"/>
          </p15:clr>
        </p15:guide>
        <p15:guide id="7" pos="2820" userDrawn="1">
          <p15:clr>
            <a:srgbClr val="5ACBF0"/>
          </p15:clr>
        </p15:guide>
        <p15:guide id="8" pos="4861" userDrawn="1">
          <p15:clr>
            <a:srgbClr val="5ACBF0"/>
          </p15:clr>
        </p15:guide>
        <p15:guide id="9" pos="5246" userDrawn="1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7"/>
            <a:ext cx="2304000" cy="44640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black">
          <a:xfrm>
            <a:off x="3503712" y="1773238"/>
            <a:ext cx="2304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black">
          <a:xfrm>
            <a:off x="6384032" y="1773238"/>
            <a:ext cx="2304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8FA3A1E1-08E1-874A-0A45-58B204B3C89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 bwMode="black">
          <a:xfrm>
            <a:off x="9263118" y="1773238"/>
            <a:ext cx="2304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4D27B05-6A39-67F6-27D2-3552819AB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97566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1844" userDrawn="1">
          <p15:clr>
            <a:srgbClr val="5ACBF0"/>
          </p15:clr>
        </p15:guide>
        <p15:guide id="7" pos="2207" userDrawn="1">
          <p15:clr>
            <a:srgbClr val="5ACBF0"/>
          </p15:clr>
        </p15:guide>
        <p15:guide id="8" pos="3659" userDrawn="1">
          <p15:clr>
            <a:srgbClr val="5ACBF0"/>
          </p15:clr>
        </p15:guide>
        <p15:guide id="9" pos="5473" userDrawn="1">
          <p15:clr>
            <a:srgbClr val="5ACBF0"/>
          </p15:clr>
        </p15:guide>
        <p15:guide id="11" pos="4021" userDrawn="1">
          <p15:clr>
            <a:srgbClr val="5ACBF0"/>
          </p15:clr>
        </p15:guide>
        <p15:guide id="12" pos="5836" userDrawn="1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8"/>
            <a:ext cx="3456000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5232400" y="1773238"/>
            <a:ext cx="6335713" cy="4464050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E0BBA77-A61C-80AF-78D9-8C02CD3C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3782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570" userDrawn="1">
          <p15:clr>
            <a:srgbClr val="5ACBF0"/>
          </p15:clr>
        </p15:guide>
        <p15:guide id="7" pos="3296" userDrawn="1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9600" y="620687"/>
            <a:ext cx="4608512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960096" y="1773238"/>
            <a:ext cx="4608000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392" y="620713"/>
            <a:ext cx="5184000" cy="5616575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1F83972-D57B-2393-82D2-6CA362BB7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91881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3659" userDrawn="1">
          <p15:clr>
            <a:srgbClr val="5ACBF0"/>
          </p15:clr>
        </p15:guide>
        <p15:guide id="7" pos="4384" userDrawn="1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41177C3D-1294-DFF4-E6B0-1F16699BF2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872" y="1773238"/>
            <a:ext cx="10944241" cy="4464050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CF619C6-A2E4-8B7D-3EB4-FAFDB97CA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007421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29" userDrawn="1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8ADAD-D679-26B4-4AEF-A682620D5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 lang="en-US" smtClean="0"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>
          <a:xfrm>
            <a:off x="11208112" y="6525360"/>
            <a:ext cx="360000" cy="1440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DF295D-CB11-A4FB-5F5E-834306A9FA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1"/>
          </a:xfrm>
          <a:prstGeom prst="rect">
            <a:avLst/>
          </a:pr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8C77865-6467-D50F-9DCF-A6AAA413D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4365312"/>
            <a:ext cx="5183984" cy="1872000"/>
          </a:xfrm>
          <a:noFill/>
        </p:spPr>
        <p:txBody>
          <a:bodyPr lIns="0" tIns="0" rIns="0" bIns="0" anchor="b"/>
          <a:lstStyle>
            <a:lvl1pPr>
              <a:defRPr lang="en-US" sz="4000" dirty="0">
                <a:solidFill>
                  <a:schemeClr val="bg1"/>
                </a:solidFill>
              </a:defRPr>
            </a:lvl1pPr>
          </a:lstStyle>
          <a:p>
            <a:r>
              <a:rPr lang="en-GB"/>
              <a:t>Add a message aligned to the left or right side</a:t>
            </a:r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A89324E0-1FA7-5467-7B47-C8D149B0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bg1"/>
                </a:solidFill>
              </a:rPr>
              <a:t>Adjust transparency of the picture to ensure readability.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227408C9-542A-5093-B41C-51761CEAF845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1976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93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orient="horz" pos="3929" userDrawn="1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1484784"/>
            <a:ext cx="6912000" cy="2880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Topic of statement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E6804A-B557-0580-B9FF-6543B0B270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2204864"/>
            <a:ext cx="6911975" cy="403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1pPr>
            <a:lvl2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4pPr>
            <a:lvl5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5pPr>
            <a:lvl6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6pPr>
            <a:lvl7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7pPr>
            <a:lvl8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8pPr>
            <a:lvl9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9pPr>
          </a:lstStyle>
          <a:p>
            <a:pPr lvl="0"/>
            <a:r>
              <a:rPr lang="en-GB"/>
              <a:t>Add an important statement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87F7DD5-FE55-1757-0CD4-20FAE20C2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>
            <a:off x="9606976" y="0"/>
            <a:ext cx="2585024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7C0BC4A-2B94-C4C8-BAB0-C51AE88EE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sp>
        <p:nvSpPr>
          <p:cNvPr id="7" name="Box">
            <a:extLst>
              <a:ext uri="{FF2B5EF4-FFF2-40B4-BE49-F238E27FC236}">
                <a16:creationId xmlns:a16="http://schemas.microsoft.com/office/drawing/2014/main" id="{1383CA07-6945-F67C-0640-B79EE219FC09}"/>
              </a:ext>
            </a:extLst>
          </p:cNvPr>
          <p:cNvSpPr/>
          <p:nvPr userDrawn="1"/>
        </p:nvSpPr>
        <p:spPr bwMode="invGray">
          <a:xfrm>
            <a:off x="10580483" y="-1"/>
            <a:ext cx="1276157" cy="9648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19210578-8885-4C18-A4C5-D3918EDD9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452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5" orient="horz" pos="1389" userDrawn="1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45FCD-6CD9-C35E-4E96-71C11BF3E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75491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orient="horz" pos="1117" userDrawn="1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820F22-AB0B-FCC4-19F4-47AB9C42A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3613" y="2913719"/>
            <a:ext cx="2880522" cy="1008112"/>
          </a:xfrm>
        </p:spPr>
        <p:txBody>
          <a:bodyPr tIns="0" anchor="ctr"/>
          <a:lstStyle>
            <a:lvl1pPr>
              <a:defRPr/>
            </a:lvl1pPr>
          </a:lstStyle>
          <a:p>
            <a:r>
              <a:rPr lang="en-GB" noProof="0"/>
              <a:t>Thank you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959599" y="3284984"/>
            <a:ext cx="3457575" cy="2952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spcAft>
                <a:spcPts val="200"/>
              </a:spcAft>
              <a:defRPr sz="1800" b="0">
                <a:solidFill>
                  <a:schemeClr val="bg2"/>
                </a:solidFill>
                <a:latin typeface="+mj-lt"/>
              </a:defRPr>
            </a:lvl1pPr>
            <a:lvl2pPr marL="0" indent="0" algn="l">
              <a:spcBef>
                <a:spcPts val="200"/>
              </a:spcBef>
              <a:spcAft>
                <a:spcPts val="1200"/>
              </a:spcAft>
              <a:buFont typeface="Arial" panose="020B0604020202020204" pitchFamily="34" charset="0"/>
              <a:buNone/>
              <a:tabLst>
                <a:tab pos="723900" algn="l"/>
              </a:tabLst>
              <a:defRPr sz="1000" b="0">
                <a:latin typeface="+mn-lt"/>
              </a:defRPr>
            </a:lvl2pPr>
            <a:lvl3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3pPr>
            <a:lvl4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4pPr>
            <a:lvl5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9pPr>
          </a:lstStyle>
          <a:p>
            <a:pPr lvl="0"/>
            <a:r>
              <a:rPr lang="en-GB"/>
              <a:t>Name Surname</a:t>
            </a:r>
          </a:p>
          <a:p>
            <a:pPr lvl="1"/>
            <a:r>
              <a:rPr lang="en-GB"/>
              <a:t>Job title</a:t>
            </a:r>
          </a:p>
          <a:p>
            <a:pPr lvl="2"/>
            <a:r>
              <a:rPr lang="en-GB"/>
              <a:t>Contact data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784D80-5586-6198-7C51-BAE686880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 rot="10800000">
            <a:off x="1" y="0"/>
            <a:ext cx="2585024" cy="6858000"/>
          </a:xfrm>
          <a:prstGeom prst="rect">
            <a:avLst/>
          </a:prstGeom>
        </p:spPr>
      </p:pic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14649956-A4E1-EFE1-CA84-A162CF80F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black">
          <a:xfrm>
            <a:off x="6959600" y="620712"/>
            <a:ext cx="3457575" cy="2304000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7DDDF-C12F-4CD6-ABC5-E6EC2BB8465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21251-1225-91AC-8267-5F50CE927D8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5EADE93-A9EF-74FA-2C3E-0EAEFCA9C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B4645AC1-0063-A4BD-B5E6-1E7196D7B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42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6562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4384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image" Target="../media/image11.svg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-168688" y="620688"/>
            <a:ext cx="72000" cy="5616624"/>
            <a:chOff x="-456728" y="620688"/>
            <a:chExt cx="216000" cy="5616624"/>
          </a:xfrm>
        </p:grpSpPr>
        <p:cxnSp>
          <p:nvCxnSpPr>
            <p:cNvPr id="23" name="Gerader Verbinder 22"/>
            <p:cNvCxnSpPr/>
            <p:nvPr userDrawn="1"/>
          </p:nvCxnSpPr>
          <p:spPr bwMode="gray">
            <a:xfrm>
              <a:off x="-456728" y="620688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/>
            <p:cNvCxnSpPr/>
            <p:nvPr userDrawn="1"/>
          </p:nvCxnSpPr>
          <p:spPr bwMode="gray">
            <a:xfrm>
              <a:off x="-456728" y="6237312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80C130E-FFAB-1C25-18E3-9DA5F46EA753}"/>
                </a:ext>
              </a:extLst>
            </p:cNvPr>
            <p:cNvCxnSpPr/>
            <p:nvPr userDrawn="1"/>
          </p:nvCxnSpPr>
          <p:spPr bwMode="gray">
            <a:xfrm>
              <a:off x="-456728" y="1772816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rgbClr val="8F8F8B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11208112" y="6525360"/>
            <a:ext cx="36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rgbClr val="8F8F8B"/>
                </a:solidFill>
                <a:latin typeface="+mj-lt"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format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623888" y="1773239"/>
            <a:ext cx="10944225" cy="4464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C9C158-0880-C88E-392B-303801BF3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3888" y="-279400"/>
            <a:ext cx="10946176" cy="108000"/>
            <a:chOff x="623888" y="-279400"/>
            <a:chExt cx="10946176" cy="108000"/>
          </a:xfrm>
        </p:grpSpPr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B3F183F-4A20-C039-6CFB-C8BE6BB2E79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23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12">
              <a:extLst>
                <a:ext uri="{FF2B5EF4-FFF2-40B4-BE49-F238E27FC236}">
                  <a16:creationId xmlns:a16="http://schemas.microsoft.com/office/drawing/2014/main" id="{7D3B68E6-D823-99B9-04BD-0843824B55E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99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12">
              <a:extLst>
                <a:ext uri="{FF2B5EF4-FFF2-40B4-BE49-F238E27FC236}">
                  <a16:creationId xmlns:a16="http://schemas.microsoft.com/office/drawing/2014/main" id="{21B6146C-08F9-BFA6-0BD6-E6EEFDCAA66D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775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12">
              <a:extLst>
                <a:ext uri="{FF2B5EF4-FFF2-40B4-BE49-F238E27FC236}">
                  <a16:creationId xmlns:a16="http://schemas.microsoft.com/office/drawing/2014/main" id="{783FDB41-EBA0-848F-CA4B-559246DCCB5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35201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12">
              <a:extLst>
                <a:ext uri="{FF2B5EF4-FFF2-40B4-BE49-F238E27FC236}">
                  <a16:creationId xmlns:a16="http://schemas.microsoft.com/office/drawing/2014/main" id="{9106D7B1-DB33-3E76-F86D-AB80351B250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92814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12">
              <a:extLst>
                <a:ext uri="{FF2B5EF4-FFF2-40B4-BE49-F238E27FC236}">
                  <a16:creationId xmlns:a16="http://schemas.microsoft.com/office/drawing/2014/main" id="{F60363AD-3A82-21AD-833C-E52EF282BC41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350427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12">
              <a:extLst>
                <a:ext uri="{FF2B5EF4-FFF2-40B4-BE49-F238E27FC236}">
                  <a16:creationId xmlns:a16="http://schemas.microsoft.com/office/drawing/2014/main" id="{13680DF0-FAFE-2093-28E7-AD4E8F55B6E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08040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12">
              <a:extLst>
                <a:ext uri="{FF2B5EF4-FFF2-40B4-BE49-F238E27FC236}">
                  <a16:creationId xmlns:a16="http://schemas.microsoft.com/office/drawing/2014/main" id="{D2B39669-1DB7-FB69-8718-9ADC51CC91F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65652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12">
              <a:extLst>
                <a:ext uri="{FF2B5EF4-FFF2-40B4-BE49-F238E27FC236}">
                  <a16:creationId xmlns:a16="http://schemas.microsoft.com/office/drawing/2014/main" id="{F5649386-2689-8590-7E18-09063377FA9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23265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12">
              <a:extLst>
                <a:ext uri="{FF2B5EF4-FFF2-40B4-BE49-F238E27FC236}">
                  <a16:creationId xmlns:a16="http://schemas.microsoft.com/office/drawing/2014/main" id="{9426BA6C-1DAA-DD25-1C50-4D2B214B06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80878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12">
              <a:extLst>
                <a:ext uri="{FF2B5EF4-FFF2-40B4-BE49-F238E27FC236}">
                  <a16:creationId xmlns:a16="http://schemas.microsoft.com/office/drawing/2014/main" id="{271183F4-1370-4769-AD4A-67AB7669FC4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38491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12">
              <a:extLst>
                <a:ext uri="{FF2B5EF4-FFF2-40B4-BE49-F238E27FC236}">
                  <a16:creationId xmlns:a16="http://schemas.microsoft.com/office/drawing/2014/main" id="{C008B0B3-1207-E40A-542B-B9B9DFBC78C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96104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12">
              <a:extLst>
                <a:ext uri="{FF2B5EF4-FFF2-40B4-BE49-F238E27FC236}">
                  <a16:creationId xmlns:a16="http://schemas.microsoft.com/office/drawing/2014/main" id="{A505D355-BA84-FEA9-8B2D-4A52E4E75B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53716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12">
              <a:extLst>
                <a:ext uri="{FF2B5EF4-FFF2-40B4-BE49-F238E27FC236}">
                  <a16:creationId xmlns:a16="http://schemas.microsoft.com/office/drawing/2014/main" id="{C0167BC6-BF16-9AC7-7AB4-9D5DE127D4B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11329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12">
              <a:extLst>
                <a:ext uri="{FF2B5EF4-FFF2-40B4-BE49-F238E27FC236}">
                  <a16:creationId xmlns:a16="http://schemas.microsoft.com/office/drawing/2014/main" id="{19241246-778C-7089-4EF1-64E728B2E25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68942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12">
              <a:extLst>
                <a:ext uri="{FF2B5EF4-FFF2-40B4-BE49-F238E27FC236}">
                  <a16:creationId xmlns:a16="http://schemas.microsoft.com/office/drawing/2014/main" id="{A090D565-38F2-39B7-2B28-735F75E2230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26555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12">
              <a:extLst>
                <a:ext uri="{FF2B5EF4-FFF2-40B4-BE49-F238E27FC236}">
                  <a16:creationId xmlns:a16="http://schemas.microsoft.com/office/drawing/2014/main" id="{98D7EFC9-C38C-3024-FDF1-90F4FB8C924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84168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12">
              <a:extLst>
                <a:ext uri="{FF2B5EF4-FFF2-40B4-BE49-F238E27FC236}">
                  <a16:creationId xmlns:a16="http://schemas.microsoft.com/office/drawing/2014/main" id="{E89575A4-E067-8D9D-C4DD-13F84892247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41780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12">
              <a:extLst>
                <a:ext uri="{FF2B5EF4-FFF2-40B4-BE49-F238E27FC236}">
                  <a16:creationId xmlns:a16="http://schemas.microsoft.com/office/drawing/2014/main" id="{9A690B72-D042-5FB5-9512-D39A15A35AC8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99393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12">
              <a:extLst>
                <a:ext uri="{FF2B5EF4-FFF2-40B4-BE49-F238E27FC236}">
                  <a16:creationId xmlns:a16="http://schemas.microsoft.com/office/drawing/2014/main" id="{8C780BB7-0447-94C0-2DB4-1D1542BE719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57006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D118D6E-C050-4018-B59E-4C9A1A9EEB9E}"/>
                </a:ext>
              </a:extLst>
            </p:cNvPr>
            <p:cNvCxnSpPr/>
            <p:nvPr userDrawn="1"/>
          </p:nvCxnSpPr>
          <p:spPr bwMode="gray">
            <a:xfrm>
              <a:off x="623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D4DA8B5-5EED-4441-E2FB-16E4777E3D14}"/>
                </a:ext>
              </a:extLst>
            </p:cNvPr>
            <p:cNvCxnSpPr/>
            <p:nvPr userDrawn="1"/>
          </p:nvCxnSpPr>
          <p:spPr bwMode="gray">
            <a:xfrm>
              <a:off x="1775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7FA00BD-385B-2681-21A7-C6EE95FCAF0E}"/>
                </a:ext>
              </a:extLst>
            </p:cNvPr>
            <p:cNvCxnSpPr/>
            <p:nvPr userDrawn="1"/>
          </p:nvCxnSpPr>
          <p:spPr bwMode="gray">
            <a:xfrm>
              <a:off x="292814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BB6208-E614-A138-0616-30E074C37515}"/>
                </a:ext>
              </a:extLst>
            </p:cNvPr>
            <p:cNvCxnSpPr/>
            <p:nvPr userDrawn="1"/>
          </p:nvCxnSpPr>
          <p:spPr bwMode="gray">
            <a:xfrm>
              <a:off x="408040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08834F7-76D4-750A-3CA2-EFA46107D343}"/>
                </a:ext>
              </a:extLst>
            </p:cNvPr>
            <p:cNvCxnSpPr/>
            <p:nvPr userDrawn="1"/>
          </p:nvCxnSpPr>
          <p:spPr bwMode="gray">
            <a:xfrm>
              <a:off x="523265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BA74E96-CB47-B6B0-B61F-39F69B54942B}"/>
                </a:ext>
              </a:extLst>
            </p:cNvPr>
            <p:cNvCxnSpPr/>
            <p:nvPr userDrawn="1"/>
          </p:nvCxnSpPr>
          <p:spPr bwMode="gray">
            <a:xfrm>
              <a:off x="6384912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B7129F-24F4-5E06-E53E-6AFE0F8347A5}"/>
                </a:ext>
              </a:extLst>
            </p:cNvPr>
            <p:cNvCxnSpPr/>
            <p:nvPr userDrawn="1"/>
          </p:nvCxnSpPr>
          <p:spPr bwMode="gray">
            <a:xfrm>
              <a:off x="753716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7A5D3E-CA5C-B513-51E8-933FDFFEECB2}"/>
                </a:ext>
              </a:extLst>
            </p:cNvPr>
            <p:cNvCxnSpPr/>
            <p:nvPr userDrawn="1"/>
          </p:nvCxnSpPr>
          <p:spPr bwMode="gray">
            <a:xfrm>
              <a:off x="868942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1B2A69B-253D-1536-1F92-D4C6833FDCE2}"/>
                </a:ext>
              </a:extLst>
            </p:cNvPr>
            <p:cNvCxnSpPr/>
            <p:nvPr userDrawn="1"/>
          </p:nvCxnSpPr>
          <p:spPr bwMode="gray">
            <a:xfrm>
              <a:off x="984168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5DD3B66-EB3B-2C1E-08A1-000B49FD1F34}"/>
                </a:ext>
              </a:extLst>
            </p:cNvPr>
            <p:cNvCxnSpPr/>
            <p:nvPr userDrawn="1"/>
          </p:nvCxnSpPr>
          <p:spPr bwMode="gray">
            <a:xfrm>
              <a:off x="1099393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783742F-459B-4ECC-9A88-26A1379C4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9424" y="6525360"/>
            <a:ext cx="230292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rgbClr val="8F8F8B"/>
              </a:solidFill>
              <a:latin typeface="Onest" pitchFamily="2" charset="0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E61BDE8A-2C7E-A236-1375-FE495BB9F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6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6" r:id="rId2"/>
    <p:sldLayoutId id="2147483698" r:id="rId3"/>
    <p:sldLayoutId id="2147483673" r:id="rId4"/>
    <p:sldLayoutId id="2147483668" r:id="rId5"/>
    <p:sldLayoutId id="2147483701" r:id="rId6"/>
    <p:sldLayoutId id="2147483661" r:id="rId7"/>
    <p:sldLayoutId id="2147483651" r:id="rId8"/>
    <p:sldLayoutId id="2147483670" r:id="rId9"/>
    <p:sldLayoutId id="2147483650" r:id="rId10"/>
    <p:sldLayoutId id="2147483663" r:id="rId11"/>
    <p:sldLayoutId id="2147483652" r:id="rId12"/>
    <p:sldLayoutId id="2147483659" r:id="rId13"/>
    <p:sldLayoutId id="2147483664" r:id="rId14"/>
    <p:sldLayoutId id="2147483656" r:id="rId15"/>
    <p:sldLayoutId id="2147483671" r:id="rId16"/>
    <p:sldLayoutId id="2147483657" r:id="rId17"/>
    <p:sldLayoutId id="2147483658" r:id="rId18"/>
    <p:sldLayoutId id="2147483672" r:id="rId19"/>
    <p:sldLayoutId id="2147483654" r:id="rId20"/>
    <p:sldLayoutId id="2147483662" r:id="rId21"/>
  </p:sldLayoutIdLs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bg2"/>
          </a:solidFill>
          <a:latin typeface="Onest Medium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500"/>
        </a:spcBef>
        <a:spcAft>
          <a:spcPts val="2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Symbol" panose="05050102010706020507" pitchFamily="18" charset="2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500"/>
        </a:spcBef>
        <a:spcAft>
          <a:spcPts val="2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Symbol" panose="05050102010706020507" pitchFamily="18" charset="2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-168688" y="620688"/>
            <a:ext cx="72000" cy="5616624"/>
            <a:chOff x="-456728" y="620688"/>
            <a:chExt cx="216000" cy="5616624"/>
          </a:xfrm>
        </p:grpSpPr>
        <p:cxnSp>
          <p:nvCxnSpPr>
            <p:cNvPr id="23" name="Gerader Verbinder 22"/>
            <p:cNvCxnSpPr/>
            <p:nvPr userDrawn="1"/>
          </p:nvCxnSpPr>
          <p:spPr bwMode="gray">
            <a:xfrm>
              <a:off x="-456728" y="620688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/>
            <p:cNvCxnSpPr/>
            <p:nvPr userDrawn="1"/>
          </p:nvCxnSpPr>
          <p:spPr bwMode="gray">
            <a:xfrm>
              <a:off x="-456728" y="6237312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80C130E-FFAB-1C25-18E3-9DA5F46EA753}"/>
                </a:ext>
              </a:extLst>
            </p:cNvPr>
            <p:cNvCxnSpPr/>
            <p:nvPr userDrawn="1"/>
          </p:nvCxnSpPr>
          <p:spPr bwMode="gray">
            <a:xfrm>
              <a:off x="-456728" y="1772816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rgbClr val="8F8F8B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11208112" y="6525360"/>
            <a:ext cx="36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rgbClr val="8F8F8B"/>
                </a:solidFill>
                <a:latin typeface="+mj-lt"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format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black">
          <a:xfrm>
            <a:off x="623888" y="1773239"/>
            <a:ext cx="10944225" cy="4464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C9C158-0880-C88E-392B-303801BF3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3888" y="-279400"/>
            <a:ext cx="10946176" cy="108000"/>
            <a:chOff x="623888" y="-279400"/>
            <a:chExt cx="10946176" cy="108000"/>
          </a:xfrm>
        </p:grpSpPr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B3F183F-4A20-C039-6CFB-C8BE6BB2E79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23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12">
              <a:extLst>
                <a:ext uri="{FF2B5EF4-FFF2-40B4-BE49-F238E27FC236}">
                  <a16:creationId xmlns:a16="http://schemas.microsoft.com/office/drawing/2014/main" id="{7D3B68E6-D823-99B9-04BD-0843824B55E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99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12">
              <a:extLst>
                <a:ext uri="{FF2B5EF4-FFF2-40B4-BE49-F238E27FC236}">
                  <a16:creationId xmlns:a16="http://schemas.microsoft.com/office/drawing/2014/main" id="{21B6146C-08F9-BFA6-0BD6-E6EEFDCAA66D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775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12">
              <a:extLst>
                <a:ext uri="{FF2B5EF4-FFF2-40B4-BE49-F238E27FC236}">
                  <a16:creationId xmlns:a16="http://schemas.microsoft.com/office/drawing/2014/main" id="{783FDB41-EBA0-848F-CA4B-559246DCCB5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35201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12">
              <a:extLst>
                <a:ext uri="{FF2B5EF4-FFF2-40B4-BE49-F238E27FC236}">
                  <a16:creationId xmlns:a16="http://schemas.microsoft.com/office/drawing/2014/main" id="{9106D7B1-DB33-3E76-F86D-AB80351B250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92814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12">
              <a:extLst>
                <a:ext uri="{FF2B5EF4-FFF2-40B4-BE49-F238E27FC236}">
                  <a16:creationId xmlns:a16="http://schemas.microsoft.com/office/drawing/2014/main" id="{F60363AD-3A82-21AD-833C-E52EF282BC41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350427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12">
              <a:extLst>
                <a:ext uri="{FF2B5EF4-FFF2-40B4-BE49-F238E27FC236}">
                  <a16:creationId xmlns:a16="http://schemas.microsoft.com/office/drawing/2014/main" id="{13680DF0-FAFE-2093-28E7-AD4E8F55B6E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08040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12">
              <a:extLst>
                <a:ext uri="{FF2B5EF4-FFF2-40B4-BE49-F238E27FC236}">
                  <a16:creationId xmlns:a16="http://schemas.microsoft.com/office/drawing/2014/main" id="{D2B39669-1DB7-FB69-8718-9ADC51CC91F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65652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12">
              <a:extLst>
                <a:ext uri="{FF2B5EF4-FFF2-40B4-BE49-F238E27FC236}">
                  <a16:creationId xmlns:a16="http://schemas.microsoft.com/office/drawing/2014/main" id="{F5649386-2689-8590-7E18-09063377FA9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23265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12">
              <a:extLst>
                <a:ext uri="{FF2B5EF4-FFF2-40B4-BE49-F238E27FC236}">
                  <a16:creationId xmlns:a16="http://schemas.microsoft.com/office/drawing/2014/main" id="{9426BA6C-1DAA-DD25-1C50-4D2B214B06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80878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12">
              <a:extLst>
                <a:ext uri="{FF2B5EF4-FFF2-40B4-BE49-F238E27FC236}">
                  <a16:creationId xmlns:a16="http://schemas.microsoft.com/office/drawing/2014/main" id="{271183F4-1370-4769-AD4A-67AB7669FC4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38491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12">
              <a:extLst>
                <a:ext uri="{FF2B5EF4-FFF2-40B4-BE49-F238E27FC236}">
                  <a16:creationId xmlns:a16="http://schemas.microsoft.com/office/drawing/2014/main" id="{C008B0B3-1207-E40A-542B-B9B9DFBC78C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96104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12">
              <a:extLst>
                <a:ext uri="{FF2B5EF4-FFF2-40B4-BE49-F238E27FC236}">
                  <a16:creationId xmlns:a16="http://schemas.microsoft.com/office/drawing/2014/main" id="{A505D355-BA84-FEA9-8B2D-4A52E4E75B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53716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12">
              <a:extLst>
                <a:ext uri="{FF2B5EF4-FFF2-40B4-BE49-F238E27FC236}">
                  <a16:creationId xmlns:a16="http://schemas.microsoft.com/office/drawing/2014/main" id="{C0167BC6-BF16-9AC7-7AB4-9D5DE127D4B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11329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12">
              <a:extLst>
                <a:ext uri="{FF2B5EF4-FFF2-40B4-BE49-F238E27FC236}">
                  <a16:creationId xmlns:a16="http://schemas.microsoft.com/office/drawing/2014/main" id="{19241246-778C-7089-4EF1-64E728B2E25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68942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12">
              <a:extLst>
                <a:ext uri="{FF2B5EF4-FFF2-40B4-BE49-F238E27FC236}">
                  <a16:creationId xmlns:a16="http://schemas.microsoft.com/office/drawing/2014/main" id="{A090D565-38F2-39B7-2B28-735F75E2230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26555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12">
              <a:extLst>
                <a:ext uri="{FF2B5EF4-FFF2-40B4-BE49-F238E27FC236}">
                  <a16:creationId xmlns:a16="http://schemas.microsoft.com/office/drawing/2014/main" id="{98D7EFC9-C38C-3024-FDF1-90F4FB8C924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84168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12">
              <a:extLst>
                <a:ext uri="{FF2B5EF4-FFF2-40B4-BE49-F238E27FC236}">
                  <a16:creationId xmlns:a16="http://schemas.microsoft.com/office/drawing/2014/main" id="{E89575A4-E067-8D9D-C4DD-13F84892247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41780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12">
              <a:extLst>
                <a:ext uri="{FF2B5EF4-FFF2-40B4-BE49-F238E27FC236}">
                  <a16:creationId xmlns:a16="http://schemas.microsoft.com/office/drawing/2014/main" id="{9A690B72-D042-5FB5-9512-D39A15A35AC8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99393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12">
              <a:extLst>
                <a:ext uri="{FF2B5EF4-FFF2-40B4-BE49-F238E27FC236}">
                  <a16:creationId xmlns:a16="http://schemas.microsoft.com/office/drawing/2014/main" id="{8C780BB7-0447-94C0-2DB4-1D1542BE719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57006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D118D6E-C050-4018-B59E-4C9A1A9EEB9E}"/>
                </a:ext>
              </a:extLst>
            </p:cNvPr>
            <p:cNvCxnSpPr/>
            <p:nvPr userDrawn="1"/>
          </p:nvCxnSpPr>
          <p:spPr bwMode="gray">
            <a:xfrm>
              <a:off x="623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D4DA8B5-5EED-4441-E2FB-16E4777E3D14}"/>
                </a:ext>
              </a:extLst>
            </p:cNvPr>
            <p:cNvCxnSpPr/>
            <p:nvPr userDrawn="1"/>
          </p:nvCxnSpPr>
          <p:spPr bwMode="gray">
            <a:xfrm>
              <a:off x="1775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7FA00BD-385B-2681-21A7-C6EE95FCAF0E}"/>
                </a:ext>
              </a:extLst>
            </p:cNvPr>
            <p:cNvCxnSpPr/>
            <p:nvPr userDrawn="1"/>
          </p:nvCxnSpPr>
          <p:spPr bwMode="gray">
            <a:xfrm>
              <a:off x="292814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BB6208-E614-A138-0616-30E074C37515}"/>
                </a:ext>
              </a:extLst>
            </p:cNvPr>
            <p:cNvCxnSpPr/>
            <p:nvPr userDrawn="1"/>
          </p:nvCxnSpPr>
          <p:spPr bwMode="gray">
            <a:xfrm>
              <a:off x="408040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08834F7-76D4-750A-3CA2-EFA46107D343}"/>
                </a:ext>
              </a:extLst>
            </p:cNvPr>
            <p:cNvCxnSpPr/>
            <p:nvPr userDrawn="1"/>
          </p:nvCxnSpPr>
          <p:spPr bwMode="gray">
            <a:xfrm>
              <a:off x="523265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BA74E96-CB47-B6B0-B61F-39F69B54942B}"/>
                </a:ext>
              </a:extLst>
            </p:cNvPr>
            <p:cNvCxnSpPr/>
            <p:nvPr userDrawn="1"/>
          </p:nvCxnSpPr>
          <p:spPr bwMode="gray">
            <a:xfrm>
              <a:off x="6384912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B7129F-24F4-5E06-E53E-6AFE0F8347A5}"/>
                </a:ext>
              </a:extLst>
            </p:cNvPr>
            <p:cNvCxnSpPr/>
            <p:nvPr userDrawn="1"/>
          </p:nvCxnSpPr>
          <p:spPr bwMode="gray">
            <a:xfrm>
              <a:off x="753716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7A5D3E-CA5C-B513-51E8-933FDFFEECB2}"/>
                </a:ext>
              </a:extLst>
            </p:cNvPr>
            <p:cNvCxnSpPr/>
            <p:nvPr userDrawn="1"/>
          </p:nvCxnSpPr>
          <p:spPr bwMode="gray">
            <a:xfrm>
              <a:off x="868942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1B2A69B-253D-1536-1F92-D4C6833FDCE2}"/>
                </a:ext>
              </a:extLst>
            </p:cNvPr>
            <p:cNvCxnSpPr/>
            <p:nvPr userDrawn="1"/>
          </p:nvCxnSpPr>
          <p:spPr bwMode="gray">
            <a:xfrm>
              <a:off x="984168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5DD3B66-EB3B-2C1E-08A1-000B49FD1F34}"/>
                </a:ext>
              </a:extLst>
            </p:cNvPr>
            <p:cNvCxnSpPr/>
            <p:nvPr userDrawn="1"/>
          </p:nvCxnSpPr>
          <p:spPr bwMode="gray">
            <a:xfrm>
              <a:off x="1099393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783742F-459B-4ECC-9A88-26A1379C4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9424" y="6525360"/>
            <a:ext cx="230292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rgbClr val="8F8F8B"/>
              </a:solidFill>
              <a:latin typeface="Onest" pitchFamily="2" charset="0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FE5AECB-59B3-7CC7-86CF-79C41D76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3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7" r:id="rId2"/>
    <p:sldLayoutId id="2147483699" r:id="rId3"/>
    <p:sldLayoutId id="2147483695" r:id="rId4"/>
    <p:sldLayoutId id="2147483679" r:id="rId5"/>
    <p:sldLayoutId id="2147483700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</p:sldLayoutIdLs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bg2"/>
          </a:solidFill>
          <a:latin typeface="Onest Medium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500"/>
        </a:spcBef>
        <a:spcAft>
          <a:spcPts val="2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Symbol" panose="05050102010706020507" pitchFamily="18" charset="2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6FE41-95C8-9393-215B-62CED7575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D8043A1-310A-B52C-CD92-D9214849F47F}"/>
              </a:ext>
            </a:extLst>
          </p:cNvPr>
          <p:cNvSpPr/>
          <p:nvPr/>
        </p:nvSpPr>
        <p:spPr bwMode="gray">
          <a:xfrm>
            <a:off x="0" y="1809995"/>
            <a:ext cx="12192000" cy="418011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0DD886-F601-E5AB-B640-67558F808B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9996"/>
            <a:ext cx="12192000" cy="4180114"/>
          </a:xfrm>
          <a:prstGeom prst="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D897E70-238A-7AA1-08EB-7B0565F45D6F}"/>
              </a:ext>
            </a:extLst>
          </p:cNvPr>
          <p:cNvSpPr/>
          <p:nvPr/>
        </p:nvSpPr>
        <p:spPr bwMode="gray">
          <a:xfrm>
            <a:off x="6236207" y="2004289"/>
            <a:ext cx="5881901" cy="374996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DA226C-3081-BABB-ACE7-6B5B5BC78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604" y="144297"/>
            <a:ext cx="1962424" cy="10097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E57C31F-DE7B-C14D-E209-79C203CA9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5241" y="283687"/>
            <a:ext cx="1586287" cy="74930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1F73912-A256-34F3-2422-74176D921AD3}"/>
              </a:ext>
            </a:extLst>
          </p:cNvPr>
          <p:cNvSpPr txBox="1"/>
          <p:nvPr/>
        </p:nvSpPr>
        <p:spPr bwMode="gray">
          <a:xfrm>
            <a:off x="6541008" y="2385365"/>
            <a:ext cx="5350764" cy="5545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>
                <a:solidFill>
                  <a:srgbClr val="EF4C37"/>
                </a:solidFill>
              </a:rPr>
              <a:t>State Level Hackathon</a:t>
            </a: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BD3C3E54-E206-5388-F17E-C82C4A47C670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6541008" y="3990000"/>
            <a:ext cx="5350764" cy="666215"/>
          </a:xfrm>
        </p:spPr>
        <p:txBody>
          <a:bodyPr/>
          <a:lstStyle/>
          <a:p>
            <a:r>
              <a:rPr lang="en-GB" sz="2200" b="1"/>
              <a:t>Smart City RTOS and Performance Monitoring Platform Using QNX Neutrino RTOS</a:t>
            </a:r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2505DB27-A791-37FE-029A-838093D04BF1}"/>
              </a:ext>
            </a:extLst>
          </p:cNvPr>
          <p:cNvSpPr txBox="1">
            <a:spLocks/>
          </p:cNvSpPr>
          <p:nvPr/>
        </p:nvSpPr>
        <p:spPr bwMode="gray">
          <a:xfrm>
            <a:off x="6541008" y="5080000"/>
            <a:ext cx="5350764" cy="4297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0" i="0" kern="1200">
                <a:solidFill>
                  <a:schemeClr val="tx1"/>
                </a:solidFill>
                <a:latin typeface="Onest Medium" pitchFamily="2" charset="0"/>
                <a:ea typeface="+mj-ea"/>
                <a:cs typeface="+mj-cs"/>
              </a:defRPr>
            </a:lvl1pPr>
          </a:lstStyle>
          <a:p>
            <a:pPr>
              <a:spcAft>
                <a:spcPts val="0"/>
              </a:spcAft>
              <a:buFontTx/>
            </a:pPr>
            <a:r>
              <a:rPr lang="en-GB" sz="1400"/>
              <a:t>Real-time health, fault detection and analytics for smart-city nodes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D836B543-A2E3-B741-8520-921FAE3E1D18}"/>
              </a:ext>
            </a:extLst>
          </p:cNvPr>
          <p:cNvSpPr txBox="1">
            <a:spLocks/>
          </p:cNvSpPr>
          <p:nvPr/>
        </p:nvSpPr>
        <p:spPr>
          <a:xfrm>
            <a:off x="6476353" y="3504871"/>
            <a:ext cx="5184000" cy="37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150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Onest" pitchFamily="2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108000" indent="-108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-108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Onest" pitchFamily="2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rgbClr val="0070C0"/>
                </a:solidFill>
              </a:rPr>
              <a:t>Kernel Knights  |  Vijayawada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99A67B5-04BD-BF89-CAA9-3EFB410748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97869" y="243852"/>
            <a:ext cx="2438434" cy="42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3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F2D68-3D29-F496-362F-2C549E25C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80B7DC52-5B75-60FD-0D60-8DABBD4EDFE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Problem Synthesis &amp; Scenario</a:t>
            </a:r>
          </a:p>
        </p:txBody>
      </p:sp>
      <p:sp>
        <p:nvSpPr>
          <p:cNvPr id="101" name="Label 0"/>
          <p:cNvSpPr/>
          <p:nvPr/>
        </p:nvSpPr>
        <p:spPr>
          <a:xfrm>
            <a:off x="621792" y="1463040"/>
            <a:ext cx="1737360" cy="1325880"/>
          </a:xfrm>
          <a:prstGeom prst="rect">
            <a:avLst/>
          </a:prstGeom>
          <a:solidFill>
            <a:srgbClr val="0070C0"/>
          </a:solidFill>
          <a:ln>
            <a:solidFill>
              <a:srgbClr val="7030A0"/>
            </a:solidFill>
          </a:ln>
        </p:spPr>
        <p:txBody>
          <a:bodyPr wrap="square" lIns="164592" tIns="91440" rIns="91440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</a:rPr>
              <a:t>The Scenario</a:t>
            </a:r>
          </a:p>
        </p:txBody>
      </p:sp>
      <p:sp>
        <p:nvSpPr>
          <p:cNvPr id="102" name="Row 0"/>
          <p:cNvSpPr/>
          <p:nvPr/>
        </p:nvSpPr>
        <p:spPr>
          <a:xfrm>
            <a:off x="2359152" y="1463040"/>
            <a:ext cx="4937760" cy="132588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wrap="square" lIns="182880" tIns="91440" rIns="137160" bIns="9144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Smart-city nodes (traffic, grid, sensors) need 24/7 watching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A silent node failure goes unnoticed until service breaks</a:t>
            </a:r>
          </a:p>
        </p:txBody>
      </p:sp>
      <p:sp>
        <p:nvSpPr>
          <p:cNvPr id="103" name="Label 1"/>
          <p:cNvSpPr/>
          <p:nvPr/>
        </p:nvSpPr>
        <p:spPr>
          <a:xfrm>
            <a:off x="621792" y="2971800"/>
            <a:ext cx="1737360" cy="13258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164592" tIns="91440" rIns="91440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</a:rPr>
              <a:t>Criticality</a:t>
            </a:r>
          </a:p>
        </p:txBody>
      </p:sp>
      <p:sp>
        <p:nvSpPr>
          <p:cNvPr id="104" name="Row 1"/>
          <p:cNvSpPr/>
          <p:nvPr/>
        </p:nvSpPr>
        <p:spPr>
          <a:xfrm>
            <a:off x="2359152" y="2971800"/>
            <a:ext cx="4937760" cy="132588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wrap="square" lIns="182880" tIns="91440" rIns="137160" bIns="9144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Late fault detection can cascade into a city-service outage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Deterministic IPC and scheduling give a predictable detection time</a:t>
            </a:r>
          </a:p>
        </p:txBody>
      </p:sp>
      <p:sp>
        <p:nvSpPr>
          <p:cNvPr id="105" name="Label 2"/>
          <p:cNvSpPr/>
          <p:nvPr/>
        </p:nvSpPr>
        <p:spPr>
          <a:xfrm>
            <a:off x="621792" y="4480560"/>
            <a:ext cx="1737360" cy="13258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164592" tIns="91440" rIns="91440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</a:rPr>
              <a:t>Success Metric</a:t>
            </a:r>
          </a:p>
        </p:txBody>
      </p:sp>
      <p:sp>
        <p:nvSpPr>
          <p:cNvPr id="106" name="Row 2"/>
          <p:cNvSpPr/>
          <p:nvPr/>
        </p:nvSpPr>
        <p:spPr>
          <a:xfrm>
            <a:off x="2359152" y="4480560"/>
            <a:ext cx="4937760" cy="132588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wrap="square" lIns="182880" tIns="91440" rIns="137160" bIns="9144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Detect any fault within one 1 s monitor cycle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Live 0-100 health score per node on the dashboard</a:t>
            </a:r>
          </a:p>
        </p:txBody>
      </p:sp>
      <p:sp>
        <p:nvSpPr>
          <p:cNvPr id="107" name="Stat 0"/>
          <p:cNvSpPr/>
          <p:nvPr/>
        </p:nvSpPr>
        <p:spPr>
          <a:xfrm>
            <a:off x="7680960" y="1463040"/>
            <a:ext cx="1828800" cy="2057400"/>
          </a:xfrm>
          <a:prstGeom prst="rect">
            <a:avLst/>
          </a:prstGeom>
          <a:solidFill>
            <a:srgbClr val="FDECE9"/>
          </a:solidFill>
          <a:ln>
            <a:noFill/>
          </a:ln>
        </p:spPr>
        <p:txBody>
          <a:bodyPr wrap="square" lIns="73152" tIns="91440" rIns="73152" bIns="9144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 b="1" i="0" dirty="0">
                <a:solidFill>
                  <a:srgbClr val="EF4C37"/>
                </a:solidFill>
              </a:rPr>
              <a:t>3 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0" i="0" dirty="0">
                <a:solidFill>
                  <a:srgbClr val="6B6B6B"/>
                </a:solidFill>
              </a:rPr>
              <a:t>Heartbeat timeout</a:t>
            </a:r>
          </a:p>
        </p:txBody>
      </p:sp>
      <p:sp>
        <p:nvSpPr>
          <p:cNvPr id="108" name="Stat 1"/>
          <p:cNvSpPr/>
          <p:nvPr/>
        </p:nvSpPr>
        <p:spPr>
          <a:xfrm>
            <a:off x="9646920" y="1463040"/>
            <a:ext cx="1828800" cy="2057400"/>
          </a:xfrm>
          <a:prstGeom prst="rect">
            <a:avLst/>
          </a:prstGeom>
          <a:solidFill>
            <a:srgbClr val="FDECE9"/>
          </a:solidFill>
          <a:ln>
            <a:noFill/>
          </a:ln>
        </p:spPr>
        <p:txBody>
          <a:bodyPr wrap="square" lIns="73152" tIns="91440" rIns="73152" bIns="9144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 b="1" i="0" dirty="0">
                <a:solidFill>
                  <a:srgbClr val="EF4C37"/>
                </a:solidFill>
              </a:rPr>
              <a:t>90 %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0" i="0" dirty="0">
                <a:solidFill>
                  <a:srgbClr val="6B6B6B"/>
                </a:solidFill>
              </a:rPr>
              <a:t>CPU overload limit</a:t>
            </a:r>
          </a:p>
        </p:txBody>
      </p:sp>
      <p:sp>
        <p:nvSpPr>
          <p:cNvPr id="109" name="Stat 2"/>
          <p:cNvSpPr/>
          <p:nvPr/>
        </p:nvSpPr>
        <p:spPr>
          <a:xfrm>
            <a:off x="7680960" y="3703320"/>
            <a:ext cx="1828800" cy="2057400"/>
          </a:xfrm>
          <a:prstGeom prst="rect">
            <a:avLst/>
          </a:prstGeom>
          <a:solidFill>
            <a:srgbClr val="FDECE9"/>
          </a:solidFill>
          <a:ln>
            <a:noFill/>
          </a:ln>
        </p:spPr>
        <p:txBody>
          <a:bodyPr wrap="square" lIns="73152" tIns="91440" rIns="73152" bIns="9144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 b="1" i="0" dirty="0">
                <a:solidFill>
                  <a:srgbClr val="EF4C37"/>
                </a:solidFill>
              </a:rPr>
              <a:t>2000 µs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0" i="0" dirty="0">
                <a:solidFill>
                  <a:srgbClr val="6B6B6B"/>
                </a:solidFill>
              </a:rPr>
              <a:t>IPC latency limit</a:t>
            </a:r>
          </a:p>
        </p:txBody>
      </p:sp>
      <p:sp>
        <p:nvSpPr>
          <p:cNvPr id="110" name="Stat 3"/>
          <p:cNvSpPr/>
          <p:nvPr/>
        </p:nvSpPr>
        <p:spPr>
          <a:xfrm>
            <a:off x="9646920" y="3703320"/>
            <a:ext cx="1828800" cy="2057400"/>
          </a:xfrm>
          <a:prstGeom prst="rect">
            <a:avLst/>
          </a:prstGeom>
          <a:solidFill>
            <a:srgbClr val="FDECE9"/>
          </a:solidFill>
          <a:ln>
            <a:noFill/>
          </a:ln>
        </p:spPr>
        <p:txBody>
          <a:bodyPr wrap="square" lIns="73152" tIns="91440" rIns="73152" bIns="9144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 b="1" i="0" dirty="0">
                <a:solidFill>
                  <a:srgbClr val="EF4C37"/>
                </a:solidFill>
              </a:rPr>
              <a:t>1 Hz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0" i="0" dirty="0">
                <a:solidFill>
                  <a:srgbClr val="6B6B6B"/>
                </a:solidFill>
              </a:rPr>
              <a:t>Report rate to dashboard</a:t>
            </a:r>
          </a:p>
        </p:txBody>
      </p:sp>
    </p:spTree>
    <p:extLst>
      <p:ext uri="{BB962C8B-B14F-4D97-AF65-F5344CB8AC3E}">
        <p14:creationId xmlns:p14="http://schemas.microsoft.com/office/powerpoint/2010/main" val="822339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1A877-05DA-5AD5-C1EE-EE47A693C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73336FB-256D-F8C5-EAC3-6EE92DC72FC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QNX Architectural Approach</a:t>
            </a:r>
          </a:p>
        </p:txBody>
      </p:sp>
      <p:sp>
        <p:nvSpPr>
          <p:cNvPr id="111" name="Box 0"/>
          <p:cNvSpPr/>
          <p:nvPr/>
        </p:nvSpPr>
        <p:spPr>
          <a:xfrm>
            <a:off x="621792" y="1463040"/>
            <a:ext cx="2167128" cy="91440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</a:rPr>
              <a:t>Node Threads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0" i="0" dirty="0">
                <a:solidFill>
                  <a:srgbClr val="6B6B6B"/>
                </a:solidFill>
              </a:rPr>
              <a:t>3 simulated nodes</a:t>
            </a:r>
          </a:p>
        </p:txBody>
      </p:sp>
      <p:sp>
        <p:nvSpPr>
          <p:cNvPr id="112" name="Box 1"/>
          <p:cNvSpPr/>
          <p:nvPr/>
        </p:nvSpPr>
        <p:spPr>
          <a:xfrm>
            <a:off x="3547872" y="1463040"/>
            <a:ext cx="2167128" cy="91440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</a:rPr>
              <a:t>Shared State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0" i="0" dirty="0">
                <a:solidFill>
                  <a:srgbClr val="6B6B6B"/>
                </a:solidFill>
              </a:rPr>
              <a:t>g_nodes + mutex</a:t>
            </a:r>
          </a:p>
        </p:txBody>
      </p:sp>
      <p:sp>
        <p:nvSpPr>
          <p:cNvPr id="113" name="Box 2"/>
          <p:cNvSpPr/>
          <p:nvPr/>
        </p:nvSpPr>
        <p:spPr>
          <a:xfrm>
            <a:off x="6473952" y="1463040"/>
            <a:ext cx="2167128" cy="91440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/>
              <a:t>Monitor Loop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0" i="0" dirty="0"/>
              <a:t>Fault detect + analytics   </a:t>
            </a:r>
          </a:p>
        </p:txBody>
      </p:sp>
      <p:sp>
        <p:nvSpPr>
          <p:cNvPr id="114" name="Box 3"/>
          <p:cNvSpPr/>
          <p:nvPr/>
        </p:nvSpPr>
        <p:spPr>
          <a:xfrm>
            <a:off x="9400032" y="1463040"/>
            <a:ext cx="2167128" cy="91440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</a:rPr>
              <a:t>PC Dashboard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0" i="0" dirty="0">
                <a:solidFill>
                  <a:srgbClr val="6B6B6B"/>
                </a:solidFill>
              </a:rPr>
              <a:t>Python GUI + charts</a:t>
            </a:r>
          </a:p>
        </p:txBody>
      </p:sp>
      <p:cxnSp>
        <p:nvCxnSpPr>
          <p:cNvPr id="115" name="Arrow 115"/>
          <p:cNvCxnSpPr/>
          <p:nvPr/>
        </p:nvCxnSpPr>
        <p:spPr>
          <a:xfrm>
            <a:off x="2825496" y="1920240"/>
            <a:ext cx="685800" cy="0"/>
          </a:xfrm>
          <a:prstGeom prst="line">
            <a:avLst/>
          </a:prstGeom>
          <a:ln w="22225">
            <a:solidFill>
              <a:srgbClr val="EF4C37"/>
            </a:solidFill>
            <a:tailEnd type="triangle"/>
          </a:ln>
        </p:spPr>
      </p:cxnSp>
      <p:sp>
        <p:nvSpPr>
          <p:cNvPr id="116" name="ALabel 0"/>
          <p:cNvSpPr/>
          <p:nvPr/>
        </p:nvSpPr>
        <p:spPr>
          <a:xfrm>
            <a:off x="2743200" y="1572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0" i="0" dirty="0">
                <a:solidFill>
                  <a:srgbClr val="6B6B6B"/>
                </a:solidFill>
              </a:rPr>
              <a:t>write</a:t>
            </a:r>
          </a:p>
        </p:txBody>
      </p:sp>
      <p:cxnSp>
        <p:nvCxnSpPr>
          <p:cNvPr id="117" name="Arrow 117"/>
          <p:cNvCxnSpPr/>
          <p:nvPr/>
        </p:nvCxnSpPr>
        <p:spPr>
          <a:xfrm>
            <a:off x="5751576" y="1920240"/>
            <a:ext cx="685800" cy="0"/>
          </a:xfrm>
          <a:prstGeom prst="line">
            <a:avLst/>
          </a:prstGeom>
          <a:ln w="22225">
            <a:solidFill>
              <a:srgbClr val="EF4C37"/>
            </a:solidFill>
            <a:tailEnd type="triangle"/>
          </a:ln>
        </p:spPr>
      </p:cxnSp>
      <p:sp>
        <p:nvSpPr>
          <p:cNvPr id="118" name="ALabel 1"/>
          <p:cNvSpPr/>
          <p:nvPr/>
        </p:nvSpPr>
        <p:spPr>
          <a:xfrm>
            <a:off x="5669280" y="1572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0" i="0" dirty="0">
                <a:solidFill>
                  <a:srgbClr val="6B6B6B"/>
                </a:solidFill>
              </a:rPr>
              <a:t>read</a:t>
            </a:r>
          </a:p>
        </p:txBody>
      </p:sp>
      <p:cxnSp>
        <p:nvCxnSpPr>
          <p:cNvPr id="119" name="Arrow 119"/>
          <p:cNvCxnSpPr/>
          <p:nvPr/>
        </p:nvCxnSpPr>
        <p:spPr>
          <a:xfrm>
            <a:off x="8677656" y="1920240"/>
            <a:ext cx="685800" cy="0"/>
          </a:xfrm>
          <a:prstGeom prst="line">
            <a:avLst/>
          </a:prstGeom>
          <a:ln w="22225">
            <a:solidFill>
              <a:srgbClr val="EF4C37"/>
            </a:solidFill>
            <a:tailEnd type="triangle"/>
          </a:ln>
        </p:spPr>
      </p:cxnSp>
      <p:sp>
        <p:nvSpPr>
          <p:cNvPr id="120" name="ALabel 2"/>
          <p:cNvSpPr/>
          <p:nvPr/>
        </p:nvSpPr>
        <p:spPr>
          <a:xfrm>
            <a:off x="8595360" y="1572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0" i="0" dirty="0">
                <a:solidFill>
                  <a:srgbClr val="6B6B6B"/>
                </a:solidFill>
              </a:rPr>
              <a:t>UDP JSON</a:t>
            </a:r>
          </a:p>
        </p:txBody>
      </p:sp>
      <p:sp>
        <p:nvSpPr>
          <p:cNvPr id="121" name="Echo"/>
          <p:cNvSpPr/>
          <p:nvPr/>
        </p:nvSpPr>
        <p:spPr>
          <a:xfrm>
            <a:off x="621792" y="2926080"/>
            <a:ext cx="2167128" cy="73152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/>
              <a:t>Echo Server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0" i="0" dirty="0"/>
              <a:t>MsgReceive / MsgReply</a:t>
            </a:r>
          </a:p>
        </p:txBody>
      </p:sp>
      <p:cxnSp>
        <p:nvCxnSpPr>
          <p:cNvPr id="122" name="Arrow 122"/>
          <p:cNvCxnSpPr/>
          <p:nvPr/>
        </p:nvCxnSpPr>
        <p:spPr>
          <a:xfrm>
            <a:off x="1705356" y="2377440"/>
            <a:ext cx="0" cy="548640"/>
          </a:xfrm>
          <a:prstGeom prst="line">
            <a:avLst/>
          </a:prstGeom>
          <a:ln w="22225">
            <a:solidFill>
              <a:srgbClr val="0070C0"/>
            </a:solidFill>
            <a:headEnd type="triangle"/>
            <a:tailEnd type="triangle"/>
          </a:ln>
        </p:spPr>
      </p:cxnSp>
      <p:sp>
        <p:nvSpPr>
          <p:cNvPr id="123" name="IPC lbl"/>
          <p:cNvSpPr/>
          <p:nvPr/>
        </p:nvSpPr>
        <p:spPr>
          <a:xfrm>
            <a:off x="1828800" y="24688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0" i="0" dirty="0">
                <a:solidFill>
                  <a:srgbClr val="0070C0"/>
                </a:solidFill>
              </a:rPr>
              <a:t>MsgSend: IPC latency</a:t>
            </a:r>
          </a:p>
        </p:txBody>
      </p:sp>
      <p:sp>
        <p:nvSpPr>
          <p:cNvPr id="124" name="Port"/>
          <p:cNvSpPr/>
          <p:nvPr/>
        </p:nvSpPr>
        <p:spPr>
          <a:xfrm>
            <a:off x="3547872" y="2926080"/>
            <a:ext cx="8019288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n-US" sz="1300" b="0" i="0" dirty="0">
              <a:solidFill>
                <a:srgbClr val="6B6B6B"/>
              </a:solidFill>
            </a:endParaRPr>
          </a:p>
        </p:txBody>
      </p:sp>
      <p:sp>
        <p:nvSpPr>
          <p:cNvPr id="125" name="C1"/>
          <p:cNvSpPr/>
          <p:nvPr/>
        </p:nvSpPr>
        <p:spPr>
          <a:xfrm>
            <a:off x="621792" y="4206240"/>
            <a:ext cx="2889504" cy="146304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wrap="square" lIns="164592" tIns="128016" rIns="137160" bIns="9144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i="0" dirty="0">
                <a:solidFill>
                  <a:srgbClr val="EF4C37"/>
                </a:solidFill>
              </a:rPr>
              <a:t>Microkernel Strategy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Nodes run as QNX threads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IPC latency timed every 500 ms</a:t>
            </a:r>
          </a:p>
        </p:txBody>
      </p:sp>
      <p:sp>
        <p:nvSpPr>
          <p:cNvPr id="126" name="C2"/>
          <p:cNvSpPr/>
          <p:nvPr/>
        </p:nvSpPr>
        <p:spPr>
          <a:xfrm>
            <a:off x="4306824" y="4206240"/>
            <a:ext cx="2889504" cy="146304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wrap="square" lIns="164592" tIns="128016" rIns="137160" bIns="9144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i="0" dirty="0">
                <a:solidFill>
                  <a:srgbClr val="EF4C37"/>
                </a:solidFill>
              </a:rPr>
              <a:t>Resource Isolation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Mutex-guarded shared state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Monitor works on a copy of node data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EF4C37"/>
              </a:buClr>
            </a:pPr>
            <a:endParaRPr lang="en-US" sz="1400" b="0" i="0" dirty="0">
              <a:solidFill>
                <a:srgbClr val="262626"/>
              </a:solidFill>
            </a:endParaRPr>
          </a:p>
        </p:txBody>
      </p:sp>
      <p:sp>
        <p:nvSpPr>
          <p:cNvPr id="127" name="C3"/>
          <p:cNvSpPr/>
          <p:nvPr/>
        </p:nvSpPr>
        <p:spPr>
          <a:xfrm>
            <a:off x="8092440" y="4206238"/>
            <a:ext cx="3075093" cy="146304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wrap="square" lIns="164592" tIns="128016" rIns="137160" bIns="9144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i="0" dirty="0">
                <a:solidFill>
                  <a:srgbClr val="EF4C37"/>
                </a:solidFill>
              </a:rPr>
              <a:t>Priority Setup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Threads at default QNX priority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Node loop 500 ms, monitor 1s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EF4C37"/>
              </a:buClr>
            </a:pPr>
            <a:endParaRPr lang="en-US" sz="1400" b="0" i="0" dirty="0">
              <a:solidFill>
                <a:srgbClr val="262626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81F0E7-8875-FC28-0674-6114A74E5A02}"/>
              </a:ext>
            </a:extLst>
          </p:cNvPr>
          <p:cNvSpPr txBox="1"/>
          <p:nvPr/>
        </p:nvSpPr>
        <p:spPr bwMode="gray">
          <a:xfrm>
            <a:off x="10168467" y="65870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0BAE6C-889F-7719-EAF5-6D5C187C7D91}"/>
              </a:ext>
            </a:extLst>
          </p:cNvPr>
          <p:cNvSpPr txBox="1"/>
          <p:nvPr/>
        </p:nvSpPr>
        <p:spPr bwMode="gray">
          <a:xfrm>
            <a:off x="9516533" y="65870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3571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D76F-8378-D232-3FE3-4A6AB0BF4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C28CED4A-5028-4DD0-838E-BA873F9BA2A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Technical Execution (Logic)</a:t>
            </a:r>
          </a:p>
        </p:txBody>
      </p:sp>
      <p:sp>
        <p:nvSpPr>
          <p:cNvPr id="128" name="Step 0"/>
          <p:cNvSpPr/>
          <p:nvPr/>
        </p:nvSpPr>
        <p:spPr>
          <a:xfrm>
            <a:off x="621792" y="1463040"/>
            <a:ext cx="2011680" cy="1234440"/>
          </a:xfrm>
          <a:prstGeom prst="roundRect">
            <a:avLst>
              <a:gd name="adj" fmla="val 9000"/>
            </a:avLst>
          </a:prstGeom>
          <a:solidFill>
            <a:srgbClr val="F3F3F3"/>
          </a:solidFill>
          <a:ln>
            <a:noFill/>
          </a:ln>
        </p:spPr>
        <p:txBody>
          <a:bodyPr wrap="square" lIns="137160" tIns="73152" rIns="91440" bIns="7315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EF4C37"/>
                </a:solidFill>
              </a:rPr>
              <a:t>1  Sense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262626"/>
                </a:solidFill>
              </a:rPr>
              <a:t>node_sim.c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0" i="0" dirty="0">
                <a:solidFill>
                  <a:srgbClr val="6B6B6B"/>
                </a:solidFill>
              </a:rPr>
              <a:t>CPU, task, heartbeat, IPC</a:t>
            </a:r>
          </a:p>
        </p:txBody>
      </p:sp>
      <p:cxnSp>
        <p:nvCxnSpPr>
          <p:cNvPr id="129" name="Arrow 129"/>
          <p:cNvCxnSpPr/>
          <p:nvPr/>
        </p:nvCxnSpPr>
        <p:spPr>
          <a:xfrm>
            <a:off x="2660904" y="2080260"/>
            <a:ext cx="166878" cy="0"/>
          </a:xfrm>
          <a:prstGeom prst="line">
            <a:avLst/>
          </a:prstGeom>
          <a:ln w="22225">
            <a:solidFill>
              <a:srgbClr val="EF4C37"/>
            </a:solidFill>
            <a:tailEnd type="triangle"/>
          </a:ln>
        </p:spPr>
      </p:cxnSp>
      <p:sp>
        <p:nvSpPr>
          <p:cNvPr id="130" name="Step 1"/>
          <p:cNvSpPr/>
          <p:nvPr/>
        </p:nvSpPr>
        <p:spPr>
          <a:xfrm>
            <a:off x="2855214" y="1463040"/>
            <a:ext cx="2011680" cy="1234440"/>
          </a:xfrm>
          <a:prstGeom prst="roundRect">
            <a:avLst>
              <a:gd name="adj" fmla="val 9000"/>
            </a:avLst>
          </a:prstGeom>
          <a:solidFill>
            <a:srgbClr val="F3F3F3"/>
          </a:solidFill>
          <a:ln>
            <a:noFill/>
          </a:ln>
        </p:spPr>
        <p:txBody>
          <a:bodyPr wrap="square" lIns="137160" tIns="73152" rIns="91440" bIns="7315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EF4C37"/>
                </a:solidFill>
              </a:rPr>
              <a:t>2  Detect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262626"/>
                </a:solidFill>
              </a:rPr>
              <a:t>fault_detector.c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0" i="0" dirty="0">
                <a:solidFill>
                  <a:srgbClr val="6B6B6B"/>
                </a:solidFill>
              </a:rPr>
              <a:t>Rule-based fault check</a:t>
            </a:r>
          </a:p>
        </p:txBody>
      </p:sp>
      <p:cxnSp>
        <p:nvCxnSpPr>
          <p:cNvPr id="131" name="Arrow 131"/>
          <p:cNvCxnSpPr/>
          <p:nvPr/>
        </p:nvCxnSpPr>
        <p:spPr>
          <a:xfrm>
            <a:off x="4894326" y="2080260"/>
            <a:ext cx="166878" cy="0"/>
          </a:xfrm>
          <a:prstGeom prst="line">
            <a:avLst/>
          </a:prstGeom>
          <a:ln w="22225">
            <a:solidFill>
              <a:srgbClr val="EF4C37"/>
            </a:solidFill>
            <a:tailEnd type="triangle"/>
          </a:ln>
        </p:spPr>
      </p:cxnSp>
      <p:sp>
        <p:nvSpPr>
          <p:cNvPr id="132" name="Step 2"/>
          <p:cNvSpPr/>
          <p:nvPr/>
        </p:nvSpPr>
        <p:spPr>
          <a:xfrm>
            <a:off x="5088636" y="1463040"/>
            <a:ext cx="2011680" cy="1234440"/>
          </a:xfrm>
          <a:prstGeom prst="roundRect">
            <a:avLst>
              <a:gd name="adj" fmla="val 9000"/>
            </a:avLst>
          </a:prstGeom>
          <a:solidFill>
            <a:srgbClr val="F3F3F3"/>
          </a:solidFill>
          <a:ln>
            <a:noFill/>
          </a:ln>
        </p:spPr>
        <p:txBody>
          <a:bodyPr wrap="square" lIns="137160" tIns="73152" rIns="91440" bIns="7315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EF4C37"/>
                </a:solidFill>
              </a:rPr>
              <a:t>3  Analyze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262626"/>
                </a:solidFill>
              </a:rPr>
              <a:t>analytics.c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0" i="0" dirty="0">
                <a:solidFill>
                  <a:srgbClr val="6B6B6B"/>
                </a:solidFill>
              </a:rPr>
              <a:t>EMA + health score</a:t>
            </a:r>
          </a:p>
        </p:txBody>
      </p:sp>
      <p:cxnSp>
        <p:nvCxnSpPr>
          <p:cNvPr id="133" name="Arrow 133"/>
          <p:cNvCxnSpPr/>
          <p:nvPr/>
        </p:nvCxnSpPr>
        <p:spPr>
          <a:xfrm>
            <a:off x="7127748" y="2080260"/>
            <a:ext cx="166878" cy="0"/>
          </a:xfrm>
          <a:prstGeom prst="line">
            <a:avLst/>
          </a:prstGeom>
          <a:ln w="22225">
            <a:solidFill>
              <a:srgbClr val="EF4C37"/>
            </a:solidFill>
            <a:tailEnd type="triangle"/>
          </a:ln>
        </p:spPr>
      </p:cxnSp>
      <p:sp>
        <p:nvSpPr>
          <p:cNvPr id="134" name="Step 3"/>
          <p:cNvSpPr/>
          <p:nvPr/>
        </p:nvSpPr>
        <p:spPr>
          <a:xfrm>
            <a:off x="7322058" y="1463040"/>
            <a:ext cx="2011680" cy="1234440"/>
          </a:xfrm>
          <a:prstGeom prst="roundRect">
            <a:avLst>
              <a:gd name="adj" fmla="val 9000"/>
            </a:avLst>
          </a:prstGeom>
          <a:solidFill>
            <a:srgbClr val="F3F3F3"/>
          </a:solidFill>
          <a:ln>
            <a:noFill/>
          </a:ln>
        </p:spPr>
        <p:txBody>
          <a:bodyPr wrap="square" lIns="137160" tIns="73152" rIns="91440" bIns="7315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EF4C37"/>
                </a:solidFill>
              </a:rPr>
              <a:t>4  Publish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262626"/>
                </a:solidFill>
              </a:rPr>
              <a:t>monitor.c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0" i="0" dirty="0">
                <a:solidFill>
                  <a:srgbClr val="6B6B6B"/>
                </a:solidFill>
              </a:rPr>
              <a:t>JSON over UDP :5005</a:t>
            </a:r>
          </a:p>
        </p:txBody>
      </p:sp>
      <p:cxnSp>
        <p:nvCxnSpPr>
          <p:cNvPr id="135" name="Arrow 135"/>
          <p:cNvCxnSpPr/>
          <p:nvPr/>
        </p:nvCxnSpPr>
        <p:spPr>
          <a:xfrm>
            <a:off x="9361170" y="2080260"/>
            <a:ext cx="166878" cy="0"/>
          </a:xfrm>
          <a:prstGeom prst="line">
            <a:avLst/>
          </a:prstGeom>
          <a:ln w="22225">
            <a:solidFill>
              <a:srgbClr val="EF4C37"/>
            </a:solidFill>
            <a:tailEnd type="triangle"/>
          </a:ln>
        </p:spPr>
      </p:cxnSp>
      <p:sp>
        <p:nvSpPr>
          <p:cNvPr id="136" name="Step 4"/>
          <p:cNvSpPr/>
          <p:nvPr/>
        </p:nvSpPr>
        <p:spPr>
          <a:xfrm>
            <a:off x="9555480" y="1463040"/>
            <a:ext cx="2011680" cy="1234440"/>
          </a:xfrm>
          <a:prstGeom prst="roundRect">
            <a:avLst>
              <a:gd name="adj" fmla="val 9000"/>
            </a:avLst>
          </a:prstGeom>
          <a:solidFill>
            <a:srgbClr val="F3F3F3"/>
          </a:solidFill>
          <a:ln>
            <a:noFill/>
          </a:ln>
        </p:spPr>
        <p:txBody>
          <a:bodyPr wrap="square" lIns="137160" tIns="73152" rIns="91440" bIns="73152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EF4C37"/>
                </a:solidFill>
              </a:rPr>
              <a:t>5  Visualize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i="0" dirty="0">
                <a:solidFill>
                  <a:srgbClr val="262626"/>
                </a:solidFill>
              </a:rPr>
              <a:t>Dashboard.py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0" i="0" dirty="0">
                <a:solidFill>
                  <a:srgbClr val="6B6B6B"/>
                </a:solidFill>
              </a:rPr>
              <a:t>Cards, charts, log</a:t>
            </a:r>
          </a:p>
        </p:txBody>
      </p:sp>
      <p:sp>
        <p:nvSpPr>
          <p:cNvPr id="137" name="Rules"/>
          <p:cNvSpPr/>
          <p:nvPr/>
        </p:nvSpPr>
        <p:spPr>
          <a:xfrm>
            <a:off x="621792" y="2926080"/>
            <a:ext cx="5303520" cy="246888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wrap="square" lIns="164592" tIns="128016" rIns="137160" bIns="9144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i="0" dirty="0">
                <a:solidFill>
                  <a:srgbClr val="EF4C37"/>
                </a:solidFill>
              </a:rPr>
              <a:t>Fault Rules (checked in order)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Heartbeat silent &gt; 3 s: HEARTBEAT_LOST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Task state FAILED: TASK_FAILED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CPU &gt; 90 %: CPU_OVERLOAD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IPC &gt; 2000 µs: IPC_LATENCY</a:t>
            </a:r>
          </a:p>
        </p:txBody>
      </p:sp>
      <p:sp>
        <p:nvSpPr>
          <p:cNvPr id="138" name="Health"/>
          <p:cNvSpPr/>
          <p:nvPr/>
        </p:nvSpPr>
        <p:spPr>
          <a:xfrm>
            <a:off x="6263640" y="2926080"/>
            <a:ext cx="5303520" cy="246888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wrap="square" lIns="164592" tIns="128016" rIns="137160" bIns="9144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i="0" dirty="0">
                <a:solidFill>
                  <a:srgbClr val="EF4C37"/>
                </a:solidFill>
              </a:rPr>
              <a:t>Health Score (0-100)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Start at 100; smooth CPU and IPC with EMA (α = 0.2)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CPU avg &gt; 50 %: minus 0.8 per point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IPC avg &gt; 500 µs: minus 1 per 50 µs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Blocked: -15, active fault: -40</a:t>
            </a:r>
          </a:p>
        </p:txBody>
      </p:sp>
      <p:sp>
        <p:nvSpPr>
          <p:cNvPr id="139" name="Iface"/>
          <p:cNvSpPr/>
          <p:nvPr/>
        </p:nvSpPr>
        <p:spPr>
          <a:xfrm>
            <a:off x="621792" y="5577840"/>
            <a:ext cx="1094536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1" i="0" dirty="0">
                <a:solidFill>
                  <a:srgbClr val="EF4C37"/>
                </a:solidFill>
              </a:rPr>
              <a:t>Interfaces: </a:t>
            </a:r>
            <a:r>
              <a:rPr lang="en-US" sz="1300" b="0" i="0" dirty="0">
                <a:solidFill>
                  <a:srgbClr val="262626"/>
                </a:solidFill>
              </a:rPr>
              <a:t>software-simulated nodes on QNX target; no GPIO yet. Dashboard states: HEALTHY ≥ 75, DEGRADED ≥ 40, CRITICAL, DOWN.</a:t>
            </a:r>
          </a:p>
        </p:txBody>
      </p:sp>
    </p:spTree>
    <p:extLst>
      <p:ext uri="{BB962C8B-B14F-4D97-AF65-F5344CB8AC3E}">
        <p14:creationId xmlns:p14="http://schemas.microsoft.com/office/powerpoint/2010/main" val="3731999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34FA9-E1B4-8466-BD8D-B0FB99C0A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BA08878D-F475-89A8-C865-0D7A44D2C27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Resilience &amp; "The Hack" Response</a:t>
            </a:r>
          </a:p>
        </p:txBody>
      </p:sp>
      <p:sp>
        <p:nvSpPr>
          <p:cNvPr id="140" name="H Injected Stress"/>
          <p:cNvSpPr/>
          <p:nvPr/>
        </p:nvSpPr>
        <p:spPr>
          <a:xfrm>
            <a:off x="621792" y="1417320"/>
            <a:ext cx="475488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137160" tIns="0" rIns="9144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</a:rPr>
              <a:t>Injected Stress</a:t>
            </a:r>
          </a:p>
        </p:txBody>
      </p:sp>
      <p:sp>
        <p:nvSpPr>
          <p:cNvPr id="141" name="H Detected As"/>
          <p:cNvSpPr/>
          <p:nvPr/>
        </p:nvSpPr>
        <p:spPr>
          <a:xfrm>
            <a:off x="5376672" y="1417320"/>
            <a:ext cx="22860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137160" tIns="0" rIns="9144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</a:rPr>
              <a:t>Detected As</a:t>
            </a:r>
          </a:p>
        </p:txBody>
      </p:sp>
      <p:sp>
        <p:nvSpPr>
          <p:cNvPr id="142" name="H System Response"/>
          <p:cNvSpPr/>
          <p:nvPr/>
        </p:nvSpPr>
        <p:spPr>
          <a:xfrm>
            <a:off x="7662672" y="1417320"/>
            <a:ext cx="3904488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137160" tIns="0" rIns="9144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</a:rPr>
              <a:t>System Response</a:t>
            </a:r>
          </a:p>
        </p:txBody>
      </p:sp>
      <p:sp>
        <p:nvSpPr>
          <p:cNvPr id="143" name="R0"/>
          <p:cNvSpPr/>
          <p:nvPr/>
        </p:nvSpPr>
        <p:spPr>
          <a:xfrm>
            <a:off x="621792" y="1874520"/>
            <a:ext cx="4754880" cy="7315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wrap="square" lIns="137160" tIns="36576" rIns="91440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</a:rPr>
              <a:t>Node 1: heartbeat silenced for 8 s (every 40 s)</a:t>
            </a:r>
          </a:p>
        </p:txBody>
      </p:sp>
      <p:sp>
        <p:nvSpPr>
          <p:cNvPr id="144" name="R0"/>
          <p:cNvSpPr/>
          <p:nvPr/>
        </p:nvSpPr>
        <p:spPr>
          <a:xfrm>
            <a:off x="5376672" y="1874520"/>
            <a:ext cx="2286000" cy="7315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wrap="square" lIns="137160" tIns="36576" rIns="91440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i="0" dirty="0">
                <a:solidFill>
                  <a:srgbClr val="EF4C37"/>
                </a:solidFill>
              </a:rPr>
              <a:t>HEARTBEAT_LOST</a:t>
            </a:r>
          </a:p>
        </p:txBody>
      </p:sp>
      <p:sp>
        <p:nvSpPr>
          <p:cNvPr id="145" name="R0"/>
          <p:cNvSpPr/>
          <p:nvPr/>
        </p:nvSpPr>
        <p:spPr>
          <a:xfrm>
            <a:off x="7662672" y="1874520"/>
            <a:ext cx="3904488" cy="7315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wrap="square" lIns="137160" tIns="36576" rIns="91440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</a:rPr>
              <a:t>Flagged after 3 s timeout</a:t>
            </a:r>
          </a:p>
        </p:txBody>
      </p:sp>
      <p:sp>
        <p:nvSpPr>
          <p:cNvPr id="146" name="R1"/>
          <p:cNvSpPr/>
          <p:nvPr/>
        </p:nvSpPr>
        <p:spPr>
          <a:xfrm>
            <a:off x="621792" y="2606040"/>
            <a:ext cx="47548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37160" tIns="36576" rIns="91440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</a:rPr>
              <a:t>Node 2: CPU spike to 95 % for 6 s (every 55 s)</a:t>
            </a:r>
          </a:p>
        </p:txBody>
      </p:sp>
      <p:sp>
        <p:nvSpPr>
          <p:cNvPr id="147" name="R1"/>
          <p:cNvSpPr/>
          <p:nvPr/>
        </p:nvSpPr>
        <p:spPr>
          <a:xfrm>
            <a:off x="5376672" y="2606040"/>
            <a:ext cx="2286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37160" tIns="36576" rIns="91440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i="0" dirty="0">
                <a:solidFill>
                  <a:srgbClr val="EF4C37"/>
                </a:solidFill>
              </a:rPr>
              <a:t>CPU_OVERLOAD</a:t>
            </a:r>
          </a:p>
        </p:txBody>
      </p:sp>
      <p:sp>
        <p:nvSpPr>
          <p:cNvPr id="148" name="R1"/>
          <p:cNvSpPr/>
          <p:nvPr/>
        </p:nvSpPr>
        <p:spPr>
          <a:xfrm>
            <a:off x="7662672" y="2606040"/>
            <a:ext cx="3904488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37160" tIns="36576" rIns="91440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</a:rPr>
              <a:t>Flagged above the 90 % limit</a:t>
            </a:r>
          </a:p>
        </p:txBody>
      </p:sp>
      <p:sp>
        <p:nvSpPr>
          <p:cNvPr id="149" name="R2"/>
          <p:cNvSpPr/>
          <p:nvPr/>
        </p:nvSpPr>
        <p:spPr>
          <a:xfrm>
            <a:off x="621792" y="3337560"/>
            <a:ext cx="4754880" cy="7315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wrap="square" lIns="137160" tIns="36576" rIns="91440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</a:rPr>
              <a:t>Node 0: task FAILED 5 s, then BLOCKED 3 s (every 70 s)</a:t>
            </a:r>
          </a:p>
        </p:txBody>
      </p:sp>
      <p:sp>
        <p:nvSpPr>
          <p:cNvPr id="150" name="R2"/>
          <p:cNvSpPr/>
          <p:nvPr/>
        </p:nvSpPr>
        <p:spPr>
          <a:xfrm>
            <a:off x="5376672" y="3337560"/>
            <a:ext cx="2286000" cy="7315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wrap="square" lIns="137160" tIns="36576" rIns="91440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i="0" dirty="0">
                <a:solidFill>
                  <a:srgbClr val="EF4C37"/>
                </a:solidFill>
              </a:rPr>
              <a:t>TASK_FAILED</a:t>
            </a:r>
          </a:p>
        </p:txBody>
      </p:sp>
      <p:sp>
        <p:nvSpPr>
          <p:cNvPr id="151" name="R2"/>
          <p:cNvSpPr/>
          <p:nvPr/>
        </p:nvSpPr>
        <p:spPr>
          <a:xfrm>
            <a:off x="7662672" y="3337560"/>
            <a:ext cx="3904488" cy="7315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wrap="square" lIns="137160" tIns="36576" rIns="91440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</a:rPr>
              <a:t>Health -40, then -15 when blocked</a:t>
            </a:r>
          </a:p>
        </p:txBody>
      </p:sp>
      <p:sp>
        <p:nvSpPr>
          <p:cNvPr id="152" name="R3"/>
          <p:cNvSpPr/>
          <p:nvPr/>
        </p:nvSpPr>
        <p:spPr>
          <a:xfrm>
            <a:off x="621792" y="4069080"/>
            <a:ext cx="47548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37160" tIns="36576" rIns="91440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</a:rPr>
              <a:t>Node 2: 3 ms stall in IPC path (4 s every 90 s)</a:t>
            </a:r>
          </a:p>
        </p:txBody>
      </p:sp>
      <p:sp>
        <p:nvSpPr>
          <p:cNvPr id="153" name="R3"/>
          <p:cNvSpPr/>
          <p:nvPr/>
        </p:nvSpPr>
        <p:spPr>
          <a:xfrm>
            <a:off x="5376672" y="4069080"/>
            <a:ext cx="2286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37160" tIns="36576" rIns="91440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i="0" dirty="0">
                <a:solidFill>
                  <a:srgbClr val="EF4C37"/>
                </a:solidFill>
              </a:rPr>
              <a:t>IPC_LATENCY</a:t>
            </a:r>
          </a:p>
        </p:txBody>
      </p:sp>
      <p:sp>
        <p:nvSpPr>
          <p:cNvPr id="154" name="R3"/>
          <p:cNvSpPr/>
          <p:nvPr/>
        </p:nvSpPr>
        <p:spPr>
          <a:xfrm>
            <a:off x="7662672" y="4069080"/>
            <a:ext cx="3904488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37160" tIns="36576" rIns="91440" bIns="36576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</a:rPr>
              <a:t>Flagged above 2000 µs</a:t>
            </a:r>
          </a:p>
        </p:txBody>
      </p:sp>
      <p:sp>
        <p:nvSpPr>
          <p:cNvPr id="155" name="Mit"/>
          <p:cNvSpPr/>
          <p:nvPr/>
        </p:nvSpPr>
        <p:spPr>
          <a:xfrm>
            <a:off x="621792" y="4983480"/>
            <a:ext cx="5303520" cy="11887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wrap="square" lIns="164592" tIns="128016" rIns="137160" bIns="9144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i="0" dirty="0">
                <a:solidFill>
                  <a:srgbClr val="EF4C37"/>
                </a:solidFill>
              </a:rPr>
              <a:t>Mitigation Strategy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Detect, classify, log; node keeps being monitored</a:t>
            </a:r>
          </a:p>
        </p:txBody>
      </p:sp>
      <p:sp>
        <p:nvSpPr>
          <p:cNvPr id="156" name="RTO"/>
          <p:cNvSpPr/>
          <p:nvPr/>
        </p:nvSpPr>
        <p:spPr>
          <a:xfrm>
            <a:off x="6263640" y="4983480"/>
            <a:ext cx="5303520" cy="1188720"/>
          </a:xfrm>
          <a:prstGeom prst="rect">
            <a:avLst/>
          </a:prstGeom>
          <a:solidFill>
            <a:srgbClr val="FDECE9"/>
          </a:solidFill>
          <a:ln>
            <a:noFill/>
          </a:ln>
        </p:spPr>
        <p:txBody>
          <a:bodyPr wrap="square" lIns="164592" tIns="128016" rIns="137160" bIns="9144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i="0" dirty="0">
                <a:solidFill>
                  <a:srgbClr val="EF4C37"/>
                </a:solidFill>
              </a:rPr>
              <a:t>Recovery Data (RTO)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Detection ≤ ~4 s; recovery flagged ≤ ~1.5 s</a:t>
            </a:r>
          </a:p>
        </p:txBody>
      </p:sp>
    </p:spTree>
    <p:extLst>
      <p:ext uri="{BB962C8B-B14F-4D97-AF65-F5344CB8AC3E}">
        <p14:creationId xmlns:p14="http://schemas.microsoft.com/office/powerpoint/2010/main" val="547057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D8573-C84A-83F4-1C50-1A15F049E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F5FEC246-0678-518C-D44B-1678663EA76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Performance Proof (The Profiler Slide)</a:t>
            </a:r>
          </a:p>
        </p:txBody>
      </p:sp>
      <p:sp>
        <p:nvSpPr>
          <p:cNvPr id="157" name="Screenshot"/>
          <p:cNvSpPr/>
          <p:nvPr/>
        </p:nvSpPr>
        <p:spPr>
          <a:xfrm>
            <a:off x="621792" y="1417320"/>
            <a:ext cx="6675120" cy="3886200"/>
          </a:xfrm>
          <a:prstGeom prst="rect">
            <a:avLst/>
          </a:prstGeom>
          <a:solidFill>
            <a:srgbClr val="FAFAFA"/>
          </a:solidFill>
          <a:ln w="19050">
            <a:solidFill>
              <a:srgbClr val="EF4C37"/>
            </a:solidFill>
            <a:prstDash val="dash"/>
          </a:ln>
        </p:spPr>
        <p:txBody>
          <a:bodyPr wrap="square" lIns="109728" tIns="73152" rIns="109728" bIns="73152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b="1" i="0" dirty="0">
                <a:solidFill>
                  <a:srgbClr val="EF4C37"/>
                </a:solidFill>
              </a:rPr>
              <a:t>QNX Momentics System Profiler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0" i="0" dirty="0">
                <a:solidFill>
                  <a:srgbClr val="6B6B6B"/>
                </a:solidFill>
              </a:rPr>
              <a:t>Insert screenshot here: CPU usage and thread timing</a:t>
            </a:r>
          </a:p>
        </p:txBody>
      </p:sp>
      <p:sp>
        <p:nvSpPr>
          <p:cNvPr id="158" name="Tile 0"/>
          <p:cNvSpPr/>
          <p:nvPr/>
        </p:nvSpPr>
        <p:spPr>
          <a:xfrm>
            <a:off x="7589520" y="1978560"/>
            <a:ext cx="1874520" cy="1188720"/>
          </a:xfrm>
          <a:prstGeom prst="rect">
            <a:avLst/>
          </a:prstGeom>
          <a:solidFill>
            <a:srgbClr val="FDECE9"/>
          </a:solidFill>
          <a:ln>
            <a:noFill/>
          </a:ln>
        </p:spPr>
        <p:txBody>
          <a:bodyPr wrap="square" lIns="54864" tIns="45720" rIns="54864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400" b="1" i="0" dirty="0">
                <a:solidFill>
                  <a:srgbClr val="EF4C37"/>
                </a:solidFill>
              </a:rPr>
              <a:t>500 ms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0" i="0" dirty="0">
                <a:solidFill>
                  <a:srgbClr val="6B6B6B"/>
                </a:solidFill>
              </a:rPr>
              <a:t>Node sampling</a:t>
            </a:r>
          </a:p>
        </p:txBody>
      </p:sp>
      <p:sp>
        <p:nvSpPr>
          <p:cNvPr id="159" name="Tile 1"/>
          <p:cNvSpPr/>
          <p:nvPr/>
        </p:nvSpPr>
        <p:spPr>
          <a:xfrm>
            <a:off x="9601200" y="1978560"/>
            <a:ext cx="1874520" cy="1188720"/>
          </a:xfrm>
          <a:prstGeom prst="rect">
            <a:avLst/>
          </a:prstGeom>
          <a:solidFill>
            <a:srgbClr val="FDECE9"/>
          </a:solidFill>
          <a:ln>
            <a:noFill/>
          </a:ln>
        </p:spPr>
        <p:txBody>
          <a:bodyPr wrap="square" lIns="54864" tIns="45720" rIns="54864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400" b="1" i="0" dirty="0">
                <a:solidFill>
                  <a:srgbClr val="EF4C37"/>
                </a:solidFill>
              </a:rPr>
              <a:t>1 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0" i="0" dirty="0">
                <a:solidFill>
                  <a:srgbClr val="6B6B6B"/>
                </a:solidFill>
              </a:rPr>
              <a:t>Monitor / report period</a:t>
            </a:r>
          </a:p>
        </p:txBody>
      </p:sp>
      <p:sp>
        <p:nvSpPr>
          <p:cNvPr id="160" name="Tile 2"/>
          <p:cNvSpPr/>
          <p:nvPr/>
        </p:nvSpPr>
        <p:spPr>
          <a:xfrm>
            <a:off x="7589520" y="3566160"/>
            <a:ext cx="1874520" cy="1188720"/>
          </a:xfrm>
          <a:prstGeom prst="rect">
            <a:avLst/>
          </a:prstGeom>
          <a:solidFill>
            <a:srgbClr val="FDECE9"/>
          </a:solidFill>
          <a:ln>
            <a:noFill/>
          </a:ln>
        </p:spPr>
        <p:txBody>
          <a:bodyPr wrap="square" lIns="54864" tIns="45720" rIns="54864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400" b="1" i="0" dirty="0">
                <a:solidFill>
                  <a:srgbClr val="EF4C37"/>
                </a:solidFill>
              </a:rPr>
              <a:t>2000 µs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0" i="0" dirty="0">
                <a:solidFill>
                  <a:srgbClr val="6B6B6B"/>
                </a:solidFill>
              </a:rPr>
              <a:t>IPC latency limit</a:t>
            </a:r>
          </a:p>
        </p:txBody>
      </p:sp>
      <p:sp>
        <p:nvSpPr>
          <p:cNvPr id="161" name="Tile 3"/>
          <p:cNvSpPr/>
          <p:nvPr/>
        </p:nvSpPr>
        <p:spPr>
          <a:xfrm>
            <a:off x="9601200" y="3566160"/>
            <a:ext cx="1874520" cy="1188720"/>
          </a:xfrm>
          <a:prstGeom prst="rect">
            <a:avLst/>
          </a:prstGeom>
          <a:solidFill>
            <a:srgbClr val="FDECE9"/>
          </a:solidFill>
          <a:ln>
            <a:noFill/>
          </a:ln>
        </p:spPr>
        <p:txBody>
          <a:bodyPr wrap="square" lIns="54864" tIns="45720" rIns="54864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400" b="1" i="0" dirty="0">
                <a:solidFill>
                  <a:srgbClr val="EF4C37"/>
                </a:solidFill>
              </a:rPr>
              <a:t>90 %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0" i="0" dirty="0">
                <a:solidFill>
                  <a:srgbClr val="6B6B6B"/>
                </a:solidFill>
              </a:rPr>
              <a:t>CPU limit</a:t>
            </a:r>
          </a:p>
        </p:txBody>
      </p:sp>
      <p:sp>
        <p:nvSpPr>
          <p:cNvPr id="163" name="Analysis"/>
          <p:cNvSpPr/>
          <p:nvPr/>
        </p:nvSpPr>
        <p:spPr>
          <a:xfrm>
            <a:off x="621792" y="5486400"/>
            <a:ext cx="10945368" cy="64008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wrap="square" lIns="182880" tIns="45720" rIns="13716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i="0" dirty="0">
                <a:solidFill>
                  <a:srgbClr val="EF4C37"/>
                </a:solidFill>
              </a:rPr>
              <a:t>Analysis: </a:t>
            </a:r>
            <a:r>
              <a:rPr lang="en-US" sz="1400" b="0" i="0" dirty="0">
                <a:solidFill>
                  <a:srgbClr val="262626"/>
                </a:solidFill>
              </a:rPr>
              <a:t>IPC is timed with real MsgSend() round trips, and thresholds flag only the node under stress.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33807F-C4F5-1B9A-2EA8-D55AACD50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417320"/>
            <a:ext cx="667512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064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2E4B-7197-3A3C-E03F-667005095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DE560B0F-5E1F-099E-862A-D3AB54637B2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Future Scalability &amp; Conclusion</a:t>
            </a:r>
          </a:p>
        </p:txBody>
      </p:sp>
      <p:sp>
        <p:nvSpPr>
          <p:cNvPr id="164" name="Scale"/>
          <p:cNvSpPr/>
          <p:nvPr/>
        </p:nvSpPr>
        <p:spPr>
          <a:xfrm>
            <a:off x="621792" y="1417320"/>
            <a:ext cx="5760720" cy="47091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wrap="square" lIns="164592" tIns="128016" rIns="137160" bIns="9144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i="0" dirty="0">
                <a:solidFill>
                  <a:srgbClr val="EF4C37"/>
                </a:solidFill>
              </a:rPr>
              <a:t>Innovation Arbitrage: Scale-Up Path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62626"/>
                </a:solidFill>
              </a:rPr>
              <a:t>Real nodes on RPi 4/5 over CAN or Ethernet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62626"/>
                </a:solidFill>
              </a:rPr>
              <a:t>QNX HAM to auto-restart failed services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62626"/>
                </a:solidFill>
              </a:rPr>
              <a:t>CPU sets, affinity priorities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62626"/>
                </a:solidFill>
              </a:rPr>
              <a:t>Persistent logs and alerting (MQTT / cloud)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62626"/>
                </a:solidFill>
              </a:rPr>
              <a:t>Predictive faults from the health trend</a:t>
            </a:r>
          </a:p>
        </p:txBody>
      </p:sp>
      <p:sp>
        <p:nvSpPr>
          <p:cNvPr id="165" name="Learn"/>
          <p:cNvSpPr/>
          <p:nvPr/>
        </p:nvSpPr>
        <p:spPr>
          <a:xfrm>
            <a:off x="6675120" y="1417320"/>
            <a:ext cx="4892040" cy="224028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wrap="square" lIns="164592" tIns="128016" rIns="137160" bIns="9144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i="0" dirty="0">
                <a:solidFill>
                  <a:srgbClr val="EF4C37"/>
                </a:solidFill>
              </a:rPr>
              <a:t>Learning Outcome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Timing IPC with native MsgSend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Thresholds + EMA to cut false alarms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>
                <a:solidFill>
                  <a:srgbClr val="262626"/>
                </a:solidFill>
              </a:rPr>
              <a:t>Thread-safe shared state</a:t>
            </a:r>
          </a:p>
        </p:txBody>
      </p:sp>
      <p:sp>
        <p:nvSpPr>
          <p:cNvPr id="166" name="Close"/>
          <p:cNvSpPr/>
          <p:nvPr/>
        </p:nvSpPr>
        <p:spPr>
          <a:xfrm>
            <a:off x="6675120" y="3886200"/>
            <a:ext cx="4892040" cy="22402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228600" tIns="137160" rIns="182880" bIns="13716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</a:rPr>
              <a:t>Conclusion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0" i="0" dirty="0">
                <a:solidFill>
                  <a:srgbClr val="FFFFFF"/>
                </a:solidFill>
              </a:rPr>
              <a:t>A smart city that watches its own health in real time: deterministic, observable, recoverable.</a:t>
            </a:r>
          </a:p>
        </p:txBody>
      </p:sp>
    </p:spTree>
    <p:extLst>
      <p:ext uri="{BB962C8B-B14F-4D97-AF65-F5344CB8AC3E}">
        <p14:creationId xmlns:p14="http://schemas.microsoft.com/office/powerpoint/2010/main" val="3450838069"/>
      </p:ext>
    </p:extLst>
  </p:cSld>
  <p:clrMapOvr>
    <a:masterClrMapping/>
  </p:clrMapOvr>
</p:sld>
</file>

<file path=ppt/theme/theme1.xml><?xml version="1.0" encoding="utf-8"?>
<a:theme xmlns:a="http://schemas.openxmlformats.org/drawingml/2006/main" name="QNX | Light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6350">
          <a:solidFill>
            <a:schemeClr val="tx1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Sand">
      <a:srgbClr val="F4EBE1"/>
    </a:custClr>
    <a:custClr name="Light Sand">
      <a:srgbClr val="FBF8F4"/>
    </a:custClr>
    <a:custClr name="-">
      <a:srgbClr val="FFFFFF"/>
    </a:custClr>
    <a:custClr name="Gray 1">
      <a:srgbClr val="C0C0BB"/>
    </a:custClr>
    <a:custClr name="Gray 2">
      <a:srgbClr val="8F8F8B"/>
    </a:custClr>
    <a:custClr name="Gray 3">
      <a:srgbClr val="5E5D5A"/>
    </a:custClr>
    <a:custClr name="-">
      <a:srgbClr val="FFFFFF"/>
    </a:custClr>
    <a:custClr name="Energizer Purple">
      <a:srgbClr val="8C62FF"/>
    </a:custClr>
    <a:custClr name="-">
      <a:srgbClr val="FFFFFF"/>
    </a:custClr>
    <a:custClr name="-">
      <a:srgbClr val="FFFFFF"/>
    </a:custClr>
    <a:custClr name="Sand - Dark">
      <a:srgbClr val="232729"/>
    </a:custClr>
    <a:custClr name="Light Sand - Dark">
      <a:srgbClr val="2C3032"/>
    </a:custClr>
    <a:custClr name="-">
      <a:srgbClr val="FFFFFF"/>
    </a:custClr>
    <a:custClr name="Light Coral 1">
      <a:srgbClr val="FEDBD0"/>
    </a:custClr>
    <a:custClr name="Light Coral 2">
      <a:srgbClr val="FFB29D"/>
    </a:custClr>
    <a:custClr name="Light Coral 3">
      <a:srgbClr val="FF806B"/>
    </a:custClr>
    <a:custClr name="-">
      <a:srgbClr val="FFFFFF"/>
    </a:custClr>
    <a:custClr name="Status Red - Loss">
      <a:srgbClr val="E4203C"/>
    </a:custClr>
    <a:custClr name="Status Orange - Neutral">
      <a:srgbClr val="FFBE5B"/>
    </a:custClr>
    <a:custClr name="Status Green - Gain">
      <a:srgbClr val="06CA5F"/>
    </a:custClr>
  </a:custClrLst>
  <a:extLst>
    <a:ext uri="{05A4C25C-085E-4340-85A3-A5531E510DB2}">
      <thm15:themeFamily xmlns:thm15="http://schemas.microsoft.com/office/thememl/2012/main" name="K16_QNX_PPT_Master_2026_V03.potx" id="{00A498C5-A42D-4DFA-95B8-06777FDB4777}" vid="{191C710F-D422-4B8C-9A81-2A40F20F48DE}"/>
    </a:ext>
  </a:extLst>
</a:theme>
</file>

<file path=ppt/theme/theme2.xml><?xml version="1.0" encoding="utf-8"?>
<a:theme xmlns:a="http://schemas.openxmlformats.org/drawingml/2006/main" name="QNX | Dark">
  <a:themeElements>
    <a:clrScheme name="QNX Dark">
      <a:dk1>
        <a:srgbClr val="FFFFFF"/>
      </a:dk1>
      <a:lt1>
        <a:srgbClr val="181C1E"/>
      </a:lt1>
      <a:dk2>
        <a:srgbClr val="232729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6350">
          <a:solidFill>
            <a:schemeClr val="tx1"/>
          </a:solidFill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Sand">
      <a:srgbClr val="F4EBE1"/>
    </a:custClr>
    <a:custClr name="Light Sand">
      <a:srgbClr val="FBF8F4"/>
    </a:custClr>
    <a:custClr name="-">
      <a:srgbClr val="FFFFFF"/>
    </a:custClr>
    <a:custClr name="Gray 1">
      <a:srgbClr val="C0C0BB"/>
    </a:custClr>
    <a:custClr name="Gray 2">
      <a:srgbClr val="8F8F8B"/>
    </a:custClr>
    <a:custClr name="Gray 3">
      <a:srgbClr val="5E5D5A"/>
    </a:custClr>
    <a:custClr name="-">
      <a:srgbClr val="FFFFFF"/>
    </a:custClr>
    <a:custClr name="Energizer Purple">
      <a:srgbClr val="8C62FF"/>
    </a:custClr>
    <a:custClr name="-">
      <a:srgbClr val="FFFFFF"/>
    </a:custClr>
    <a:custClr name="-">
      <a:srgbClr val="FFFFFF"/>
    </a:custClr>
    <a:custClr name="Sand - Dark">
      <a:srgbClr val="232729"/>
    </a:custClr>
    <a:custClr name="Light Sand - Dark">
      <a:srgbClr val="2C3032"/>
    </a:custClr>
    <a:custClr name="-">
      <a:srgbClr val="FFFFFF"/>
    </a:custClr>
    <a:custClr name="Light Coral 1">
      <a:srgbClr val="FEDBD0"/>
    </a:custClr>
    <a:custClr name="Light Coral 2">
      <a:srgbClr val="FFB29D"/>
    </a:custClr>
    <a:custClr name="Light Coral 3">
      <a:srgbClr val="FF806B"/>
    </a:custClr>
    <a:custClr name="-">
      <a:srgbClr val="FFFFFF"/>
    </a:custClr>
    <a:custClr name="Status Red - Loss">
      <a:srgbClr val="E4203C"/>
    </a:custClr>
    <a:custClr name="Status Orange - Neutral">
      <a:srgbClr val="FFBE5B"/>
    </a:custClr>
    <a:custClr name="Status Green - Gain">
      <a:srgbClr val="06CA5F"/>
    </a:custClr>
  </a:custClrLst>
  <a:extLst>
    <a:ext uri="{05A4C25C-085E-4340-85A3-A5531E510DB2}">
      <thm15:themeFamily xmlns:thm15="http://schemas.microsoft.com/office/thememl/2012/main" name="K16_QNX_PPT_Master_2026_V03.potx" id="{00A498C5-A42D-4DFA-95B8-06777FDB4777}" vid="{0B09E0BA-3578-4178-9FA4-24CF5A7153F7}"/>
    </a:ext>
  </a:extLst>
</a:theme>
</file>

<file path=ppt/theme/theme3.xml><?xml version="1.0" encoding="utf-8"?>
<a:theme xmlns:a="http://schemas.openxmlformats.org/drawingml/2006/main" name="Office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15C3AF597C064C8EACF7750A706AA1" ma:contentTypeVersion="14" ma:contentTypeDescription="Create a new document." ma:contentTypeScope="" ma:versionID="cd31ca2f014878da71db5851bb8335d6">
  <xsd:schema xmlns:xsd="http://www.w3.org/2001/XMLSchema" xmlns:xs="http://www.w3.org/2001/XMLSchema" xmlns:p="http://schemas.microsoft.com/office/2006/metadata/properties" xmlns:ns2="74d07cac-c1cc-4baf-be88-9058bb44268e" xmlns:ns3="0b5c48a3-1058-4d9c-8878-41c52406cd7e" targetNamespace="http://schemas.microsoft.com/office/2006/metadata/properties" ma:root="true" ma:fieldsID="88b2ae059b7f33d05a05ea6f6b017691" ns2:_="" ns3:_="">
    <xsd:import namespace="74d07cac-c1cc-4baf-be88-9058bb44268e"/>
    <xsd:import namespace="0b5c48a3-1058-4d9c-8878-41c52406cd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d07cac-c1cc-4baf-be88-9058bb4426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efbd4aa-c6d2-4b2d-b985-fe2a529cec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5c48a3-1058-4d9c-8878-41c52406cd7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7d58ce0-b206-49ce-abeb-3aa62a3aba60}" ma:internalName="TaxCatchAll" ma:showField="CatchAllData" ma:web="0b5c48a3-1058-4d9c-8878-41c52406cd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b5c48a3-1058-4d9c-8878-41c52406cd7e" xsi:nil="true"/>
    <lcf76f155ced4ddcb4097134ff3c332f xmlns="74d07cac-c1cc-4baf-be88-9058bb44268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A1C58F7-F9BC-44EA-BC5B-345288656F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71049C-BB68-45C5-8689-81436DCA4406}">
  <ds:schemaRefs>
    <ds:schemaRef ds:uri="0b5c48a3-1058-4d9c-8878-41c52406cd7e"/>
    <ds:schemaRef ds:uri="74d07cac-c1cc-4baf-be88-9058bb4426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5BF049E-CC88-4DF7-A165-CA575467262C}">
  <ds:schemaRefs>
    <ds:schemaRef ds:uri="0b5c48a3-1058-4d9c-8878-41c52406cd7e"/>
    <ds:schemaRef ds:uri="74d07cac-c1cc-4baf-be88-9058bb44268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K16_QNX_PPT_Master_2026_V03</Template>
  <TotalTime>143</TotalTime>
  <Words>648</Words>
  <Application>Microsoft Office PowerPoint</Application>
  <PresentationFormat>Widescreen</PresentationFormat>
  <Paragraphs>119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Onest</vt:lpstr>
      <vt:lpstr>Onest Medium</vt:lpstr>
      <vt:lpstr>Onest SemiBold</vt:lpstr>
      <vt:lpstr>Symbol</vt:lpstr>
      <vt:lpstr>Wingdings</vt:lpstr>
      <vt:lpstr>QNX | Light</vt:lpstr>
      <vt:lpstr>QNX | Dark</vt:lpstr>
      <vt:lpstr>Smart City RTOS and Performance Monitoring Platform Using QNX Neutrino RTOS</vt:lpstr>
      <vt:lpstr>Problem Synthesis &amp; Scenario</vt:lpstr>
      <vt:lpstr>QNX Architectural Approach</vt:lpstr>
      <vt:lpstr>Technical Execution (Logic)</vt:lpstr>
      <vt:lpstr>Resilience &amp; "The Hack" Response</vt:lpstr>
      <vt:lpstr>Performance Proof (The Profiler Slide)</vt:lpstr>
      <vt:lpstr>Future Scalability &amp; Conclusion</vt:lpstr>
    </vt:vector>
  </TitlesOfParts>
  <Company>BlackBerry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jharley@qnx.com</dc:creator>
  <dc:description>Optimized for MS Office 365</dc:description>
  <cp:lastModifiedBy>Ravish Janne</cp:lastModifiedBy>
  <cp:revision>13</cp:revision>
  <dcterms:created xsi:type="dcterms:W3CDTF">2026-03-27T14:44:28Z</dcterms:created>
  <dcterms:modified xsi:type="dcterms:W3CDTF">2026-10-10T02:20:08Z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0x0101004815C3AF597C064C8EACF7750A706AA1</vt:lpwstr>
  </property>
  <property fmtid="{D5CDD505-2E9C-101B-9397-08002B2CF9AE}" pid="3" name="MediaServiceImageTags">
    <vt:lpwstr/>
  </property>
</Properties>
</file>